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01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0"/>
            <a:ext cx="1828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solidFill>
            <a:srgbClr val="003B9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HỘI DOANH NHÂN TRẺ HÀ NỘI (HANOIBA)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HỘI VIÊN CEO 1983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937760" y="2834640"/>
            <a:ext cx="231343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KẾT NỐI DOANH NHÂN &amp; ĐẶC QUYỀN SỐ HÓA ĐỘC BẢN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VIP Gold · Thẻ Visit Card Số Hóa · Check-in QR Sự Kiện &amp; Bàn VIP · Sàn Cơ Hội Giao Thương B2B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11680" y="4251960"/>
            <a:ext cx="8165592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4251960"/>
            <a:ext cx="13716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438912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Phát Triển: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Quản Trị &amp; Ban Thư Ký CLB Doanh Nhân CEO 1983 (Trực thuộc HanoiBA)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Viên Phụ Trách: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Văn Vũ  |  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PWA / Android Native) 2.0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10/2026  ·  Hà Nội, Việt Nam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Trực thuộc Hội Doanh Nhân Trẻ Hà Nội (HanoiBA)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THỜI KỲ SỐ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NỀN TẢNG: 4 GIÁ TRỊ ĐẶC QUYỀN HỘI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Số Hội Viên Đẳng Cấp: Thẻ VIP Gold · Danh Thiếp Visit Card · Chạm NFC · Quét QR Công Khai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VIP &amp; NFC 1 Chạm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VIP Gold số hóa chuẩn quốc tế, tích hợp chip NFC chạm trao danh thiếp ngay trên điện thoại.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Đổi Cơ Hội B2B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nhu cầu mua bán sỉ, kết nối cung ứng và kêu gọi đầu tư trực tiếp giữa các doanh nhân.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Kiện, Vé &amp; Bầu Cử Đại Hội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đại hội, đăng ký vé VietQR, quét mã QR vào cửa 1s, bỏ phiếu BCH và quay số trúng thưởng.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Realtime CRM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giao diện chuyên dụng cho hội viên nhưng liên kết 100% dữ liệu vận hành từ Web CRM Quản trị.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Dashboard Doanh Nhân &amp; Tiện Ích 1-Chạm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mọi thông tin sinh hoạt, sự kiện và cơ hội hợp tác ngay trong tầm tay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VIP Doanh Nhân 3D Tiêu Điểm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số hóa ánh kim vàng hoàng gia hiển thị họ tên, chức vụ và doanh nghiệp pháp nhân.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Tác Vụ Tiện Ích 1-Chạm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nhanh: Chạm NFC, Bầu cử, Check-in vé, Đăng bán sản phẩm, Nộp hội phí thường niên.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Sự Kiện Sắp Diễn Ra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ngược thời gian đến các kỳ Caravan, Gala Dinner và Cafe Doanh nhân định kỳ.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Tin Hoạt Động Cập Nhật Hàng Ngày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các thông báo mới nhất từ Ban Chủ Tịch và Ban Thư Ký CLB CEO 1983.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Định Danh Số VIP Titanium &amp; Tích Hợp Chip Chạm NFC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tượng danh giá khẳng định tư cách lãnh đạo thành viên chính thức CLB CEO 1983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Thẻ Hội Viên VIP Titanium Độc Bản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Tông màu vàng kim hoàng gia sang trọng, gắn ảnh chân dung lãnh đạo, họ tên và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Số Hội Viên Độc Nhất (CEO-83xxx)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định danh duy nhất xác nhận tư cách pháp nhân thành viên chính thức được phê duyệt.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Hiệu Tích Xanh Chứng Nhận Lãnh Đạo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tích xanh Verified minh chứng uy tín doanh nhân được Hội Doanh Nhân Trẻ Hà Nội công nhận.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Chip Cảm Ứng Không Tiếp Xúc NFC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điện thoại vào bất kỳ máy quét hoặc điện thoại thông minh nào để mở trang định danh tức thì.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Thiếp Số Doanh Nhân Visit Card Lật Mặt Sau &amp; Chuẩn Brandbook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hoàn toàn card visit giấy: Mặt trước thông tin C-Level, mặt sau Brandbook xanh Navy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Mặt Trước Chuẩn Brandbook Sang Trọng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họ tên, chức danh CEO/Sáng lập, công ty, số điện thoại, email và trụ sở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Lật Thẻ Visit Card Xem Mặt Sau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Lật thẻ chuyển động mượt mà mở mặt sau màu xanh Navy hoàng gia mang slogan CLB CEO 1983.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Chia Sẻ &amp; Mã QR Động Kết Nối Nhanh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mã QR cá nhân để đối tác quét bằng Zalo/Camera nhận thông tin vCard lưu trực tiếp vào máy.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Cài Đặt Quyền Riêng Tư 1-Chạm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bật/tắt hiển thị số điện thoại cá nhân, email hoặc địa chỉ theo nhu cầu bảo mật thông tin.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QR Bằng Camera WebRTC Siêu Tốc 0.1s &amp; Nhận Diện Đa Chiều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danh thiếp số doanh nhân, vé sự kiện điện tử và điểm danh cuộc họp trong tích tắc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WebRTC Camera Siêu Nhạy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khung hình 60fps, nhận diện mã QR tức thì dưới 0.1 giây ngay cả trong ánh sáng yếu.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Danh Thiếp Số Đối Tác Tại Chỗ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camera quét mã QR trên màn hình hoặc thẻ Visit Card của đồng nghiệp để mở trang định danh.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Điểm Danh Cuộc Họp &amp; Khán Phòng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nhận diện mã QR động tại phòng họp Sapphire Hub hoặc cổng sự kiện để check-in tức thì.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Bật Đèn Flash &amp; Lật Camera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bật/tắt đèn pin và lật camera trước/sau hỗ trợ tối đa trong môi trường tiệc tối Gala.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QR Từ Ngoài &amp; Trang Xác Thực Công Khai Chuẩn Brandbook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quét bằng Zalo / Camera iPhone không cần cài app vẫn hiển thị hồ sơ thẩm định 100%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Nhanh Bằng Zalo Hoặc Camera Ngoài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 cài đặt ứng dụng: Mọi camera điện thoại hoặc Zalo đều đọc được mã định danh.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Web Xác Thực Công Khai Chuẩn Mực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giao diện web công khai chuẩn mực với thẻ Visit Card Luxury, ảnh đại diện, chức danh và dấu mộc.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Xanh Verified &amp; Dấu Mộc CLB CEO 1983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thực tư cách thành viên chính thức được kiểm định bởi Hội Doanh Nhân Trẻ Hà Nội (HanoiBA).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Phím Gọi Điện, Nhắn Zalo &amp; Lưu Danh Bạ vCard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chỉ cần bấm một nút là lưu thẳng liên hệ vào danh bạ điện thoại hoặc gọi điện trao đổi ngay.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Sửa Nhanh Hồ Sơ Doanh Nhân (QuickProfileEditModal) Tiện Lợi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ảnh đại diện, ảnh bìa, logo công ty, chức danh và slogan doanh nghiệp trong 1 màn hình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Modal Kéo Chạm Hiện Đại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chỉnh sửa trượt mượt mà, trực quan, hỗ trợ xem trước (preview) kết quả ngay khi nhập liệu.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Lên Ảnh Chân Dung &amp; Ảnh Bìa Sắc Nét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ảnh trực tiếp từ camera hoặc chọn từ thư viện ảnh điện thoại với công cụ cắt cúp tự động.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Logo &amp; Thông Tin Pháp Nhân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tên công ty, chức danh lãnh đạo, mã số thuế, địa chỉ trụ sở và số điện thoại công khai.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&amp; Đồng Bộ Tức Thì Xuống CRM &amp; Thẻ Visit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Lưu: Dữ liệu tự động cập nhật ngay trên thẻ 3D Titanium, trang quét công khai và CSDL trung tâm.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Năng Lực Doanh Nhân 360° &amp; Pháp Nhân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 uy tín thương hiệu cá nhân và năng lực công ty trong mạng lưới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Pháp Nhân Doanh Nghiệp Đầy Đủ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tên công ty, mã số thuế, địa chỉ trụ sở chính, website và lĩnh vực hoạt động.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Ảnh Đại Diện &amp; Ảnh Bìa Công 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dàng tải lên hình ảnh nhận diện thương hiệu doanh nghiệp sắc nét và chuyên nghiệp.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Hồ Sơ Năng Lực &amp; Brochure PDF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đính kèm tài liệu giới thiệu sản phẩm để các đối tác tiềm năng tải về nghiên cứu.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Đóng Góp &amp; Danh Hiệu Khen Thưởng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các kỷ niệm chương, giải thưởng doanh nhân tiêu biểu đã được hiệp hội vinh danh.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Bạ Hội Viên CLB CEO 1983 &amp; Tra Cứu Đối Tác Đa Ngành Nghề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trực tiếp hơn 500+ Chủ tịch và Tổng Giám Đốc sinh năm 1983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Lãnh Đạo Đồng Niên 1983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đồng các nhà sáng lập cùng thế hệ, thấu hiểu tư duy và chia sẻ chung khát vọng phát triển.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Đa Chiều Theo Ngành Nghề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đối tác theo lĩnh vực: Xây dựng, Công nghệ, Y tế, Nông nghiệp, Tài chính, Bất động sản.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Năng Lực Doanh Nghiệp 360°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quy mô công ty, mã số thuế, website và các sản phẩm dịch vụ chủ lực của thành viên.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Lời Mời Kết Nối Giao Thương 2 Chiều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mối quan hệ đối tác bền vững chỉ bằng nút Kết nối trên ứng dụng.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Hồ Sơ Năng Lực Đối Tác &amp; Kết Nối Hợp Tác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trọn vẹn thông tin đối tác trước khi tiến hành đàm phán kinh doanh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Đầy Đủ Thông Tin Liên Lạc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nhanh số điện thoại di động, hòm thư điện tử, địa chỉ văn phòng của chủ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Phòng Chat Giao Thương Trực Tiếp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Nhắn tin: Mở ngay cuộc trò chuyện 1-on-1 với đối tác để trao đổi nhu cầu hợp tác.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Danh Mục Sản Phẩm Cung Cấp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toàn bộ các mặt hàng và dịch vụ mà công ty đối tác đang niêm yết trên Marketplace.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Thông Tin Vào Danh Bạ Điện Thoại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 danh thiếp vCard lưu thẳng vào danh bạ iPhone/Android chỉ với một cú nhấp chuột.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 Gặp Kết Nối 1-on-1 Giữa 2 CEO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hẹn giao thương, chọn địa điểm quán cafe / văn phòng, đổi giờ &amp; đồng bộ lịch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Hẹn Giao Thương Trong 30s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đối tác từ danh bạ, thiết lập ngày giờ, thời lượng và mục tiêu trao đổi kinh doanh.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Địa Điểm Gặp Gỡ Linh Hoạt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 trực tiếp tại văn phòng công ty, quán cafe đối tác hoặc phòng họp trực tuyến Google Meet.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Nhận, Đổi Giờ Hoặc Từ Chối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nhận thông báo tức thì, có thể chấp nhận, đề xuất dời sang giờ khác hoặc từ chối lịch sự.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Tự Động Vào Lịch Điện Thoại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1 chạm với Google Calendar, Apple Calendar và gửi thông báo nhắc hẹn trước 1 giờ.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Thư Doanh Nghiệp, Chat 1-1 &amp; Nhóm Chat 6 Ban Realtime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cơ hội hợp tác, gửi tài liệu báo giá, vị trí và nhận thông báo [CEO1983_SYSTEM]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Trò Chuyện Realtime 1-on-1 &amp; Nhóm 6 Ban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Nhắn tin tốc độ cao giữa hai lãnh đạo hoặc tham gia trao đổi trong nhóm chat ban chuyên môn.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Báo Giá, Hợp Đồng &amp; Hình Ảnh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file PDF hợp đồng, ảnh chụp sản phẩm mẫu, catalog và vị trí định vị cuộc hẹn trong chat.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Đang Gõ &amp; Đã Xem (Seen)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trạng thái tin nhắn tức thời, đảm bảo thông tin trao đổi công việc phản hồi nhanh chóng.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Tin Nhắn Triệu Tập [CEO1983_SYSTEM]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nhận tin nhắn push thông báo triệu tập họp, duyệt hồ sơ và kết nối từ hệ thống quản trị.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Sự Kiện, Diễn Đàn Doanh Nhân &amp; Đăng Ký Vé Tham Dự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bỏ lỡ các kỳ Đại hội, Caravan kết nối kinh doanh và Gala thường niên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Trình Chi Tiết Các Hoạt Động CLB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thời gian, địa điểm tổ chức, nội dung chương trình và diễn giả của từng sự kiện.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Quyền Vé Miễn Phí Dành Cho Hội Viên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chính thức được miễn phí vé tham dự hoặc nhận mức giá ưu đãi đặc biệt.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Vé Đại Biểu Qua VietQR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với vé có thu phí, hệ thống cung cấp mã QR chuyển khoản chính xác tới từng đồng.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Lịch Hẹn Vào Google Calendar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thêm sự kiện vào lịch cá nhân trên điện thoại kèm nhắc nhở trước 24 giờ.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Sự Kiện, Chọn Chỗ Khán Phòng VIP &amp; Vé Điện Tử E-Ticket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đăng ký thông minh, vé VIP 0đ, phụ thu vé đối tác VietQR và lưu trữ vé số offline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Đăng Ký Vé VIP 0đ &amp; Vé Phụ Thu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suất tham dự miễn phí cho hội viên; đăng ký thêm vé đối tác đi cùng thanh toán VietQR.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Chọn Ghế Khán Phòng Trực Quan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chọn vị trí ghế ngồi và bàn tiệc trực tiếp trên sơ đồ rạp Cinema Seating Map trên mobile.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Vé Điện Tử Offline Kèm Mã QR Động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lưu trực tiếp trong máy, hiển thị họ tên, số bàn tiệc, mã may mắn và check-in không cần mạng.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Đưa Vào Danh Sách Lucky Draw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vé check-in hợp lệ được đồng bộ tự động vào vòng quay may mắn trúng xe VinFast VF3 đêm Gala.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Điện Tử Thông Minh &amp; Quét Mã QR Check-in Siêu Tốc 1s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lo quên vé giấy, kiểm soát lối vào hội trường chỉ với 1 thao tác quét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Mã QR Động Chống Gian Lận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được mã hóa theo phiên làm việc, ngăn chặn triệt để hành vi chụp ảnh màn hình chuyển tiếp.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Vị Trí Số Ghế Bàn Tiệc VIP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trước chính xác số bàn và vị trí ghế ngồi được Ban Tổ Chức sắp đặt trang trọng.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Quét Cổng Chỉ 1 Giây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màn hình trước máy quét tại bàn lễ tân để hoàn tất thủ tục check-in trong tích tắc.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Lịch Sử Tham Dự Sự Kiện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lại toàn bộ các kỳ đại hội và sự kiện mà doanh nhân đã đồng hành cùng hiệp hội.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BCH &amp; Biểu Quyết Tín Nhiệm Trực Tuyến Trên App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thi quyền dân chủ đại hội minh bạch, bảo mật tuyệt đối với giao diện trực quan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Phiếu Tín Nhiệm Đại Biểu Trực Tiếp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Ban Chấp Hành nhiệm kỳ mới ngay trên màn hình điện thoại với danh sách ứng viên minh bạch.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Phiếu Bầu Chống Gian Lận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hội viên chỉ được bỏ phiếu một lần duy nhất, kết quả được mã hóa bảo mật danh tính người bầu.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Hồ Sơ &amp; Chương Trình Hành Động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vào tên ứng viên để xem quá trình cống hiến, doanh nghiệp và cam kết hành động trước khi vote.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Tiến Độ Kiểm Phiếu Tức Thì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tỷ lệ phần trăm cử tri đã tham gia bỏ phiếu theo thời gian thực trên màn hình ứng dụng.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Quay May Mắn Lucky Draw &amp; Nhận Quà Tức Thì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Khuấy động không khí Gala Dinner: Đồng bộ kết quả trúng thưởng may mắn xuống điện thoại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Số May Mắn Theo Mã Vé Check-in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hội viên đã check-in vào sự kiện được tự động đưa vào danh sách quay số trúng thưởng.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Thưởng Đỉnh Cao VinFast VF3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Hồi hộp theo dõi các vòng quay giải Đặc biệt, giải Nhất với quà tặng giá trị cao từ nhà tài trợ.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Push Trực Tiếp Tới Điện Thoại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gửi thông báo chúc mừng đích danh hội viên trúng giải ngay trên màn hình ứng dụng.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Thông Tin Lên Sân Khấu Vinh Danh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nhân mang thông báo trên điện thoại lên sân khấu chính nhận quà vinh danh từ Ban Tổ Chức.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Thương Mại Marketplace &amp; Gian Hàng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giới thiệu sản phẩm và dịch vụ uy tín với chính sách ưu đãi nội bộ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Hàng Số Hóa Cho Từng Doanh Nghiệp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doanh nghiệp hội viên được sở hữu gian hàng trưng bày sản phẩm sản xuất và dịch vụ chủ lực.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Chiết Khấu Ưu Đãi VIP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mức giá ưu đãi đặc quyền giữa các thành viên CEO 1983 so với giá thị trường bên ngoài.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Kiểm Duyệt An Toàn Từ Web CRM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mặt hàng đều qua thẩm định xuất xứ và tiêu chuẩn chất lượng từ Ban Quản Trị CLB.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Báo Giá Sỉ &amp; Hợp Đồng 1-Chạm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nhân gửi yêu cầu báo giá khối lượng lớn trực tiếp tới giám đốc kinh doanh đối tác.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Cơ Hội Giao Thương B2B &amp; Tìm Kiếm Đối Tác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nhu cầu mua sỉ, bán buôn, cung ứng vật tư và kêu gọi vốn đầu tư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Tin Trao Đổi Cơ Hội Độc Quyền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doanh nhân công khai nhu cầu mua sắm thiết bị, tìm đại lý phân phối hoặc kết nối chuỗi cung ứng.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Cơ Hội Tiêu Điểm Xoay Vòng 2s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chuyển đổi cơ hội nổi bật mỗi 2 giây thu hút sự chú ý tối đa của toàn thể hội viên.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 Nhận Cơ Hội (Claim Deal) Nhanh Chóng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Đón nhận cơ hội để nhận thông tin liên lạc trực tiếp của doanh nhân có nhu cầu.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Giá Trị Giao Thương Đạt Được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thành quả kết nối, vinh danh các doanh nhân tích cực trao cơ hội cho đồng đội.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Đóng Hội Phí Thường Niên &amp; Quét Mã VietQR Tự Động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hạn thẻ hội viên trong 30 giây, đối soát tự động không cần gửi hóa đơn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Niên Độ &amp; Hạn Nộp Hội Phí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rõ ràng số tiền hội phí thường niên, thời hạn gia hạn và quyền lợi duy trì sinh hoạt trong năm.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Động Chính Xác Tuyệt Đối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VietQR tự động điền số tiền và cú pháp chuyển khoản chính xác tới từng ký tự.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Gạch Nợ Tự Động Sau 3-5 Giây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khi chuyển khoản thành công, hệ thống tự động gạch nợ và gia hạn hạn dùng thẻ số trên App.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Phiếu Thu Điện Tử Về Hòm Thư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lai xác nhận đóng hội phí có chữ ký số được gửi tự động về email doanh nghiệp lưu trữ.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Quyền Riêng Tư Thẻ Số &amp; Bảo Mật 2 Lớp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quản lý dữ liệu cá nhân, quyền riêng tư liên hệ và bảo vệ thông tin C-Level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Bật/Tắt Hiển Thị Số Điện Thoại Cá Nhân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lựa chọn hiển thị số di động hoặc chỉ hiển thị qua kênh tổng đài công ty khi đối tác quét thẻ.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Ẩn/Hiện Email &amp; Trụ Sở Doanh Nghiệp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các trường thông tin hiển thị trên trang xác thực công khai theo từng thời kỳ.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Đổi Mật Khẩu 2 Lớp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thay đổi thông tin trọng yếu đều yêu cầu xác thực bảo mật trước khi cập nhật vào CSDL.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Bảo Mật Toàn Hệ Sinh Thái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riêng tư có hiệu lực ngay lập tức trên Thẻ 3D Titanium, Danh thiếp NFC và Danh bạ hội viên.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VƯỢT TRỘI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Thiết Thực &amp; Đẳng Cấp Cho Doanh Nhân Hội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tầm trải nghiệm cá nhân và tối ưu hóa cơ hội kinh doanh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Đỉnh Cao 1-Chạm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mang danh thiếp giấy. Chạm điện thoại NFC hoặc mở mã QR là trao trọn vẹn thông tin liên hệ và hồ sơ công 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 Đẩy Doanh Thu B2B Thực Chất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 hữu ngay gian hàng trưng bày sản phẩm ưu đãi nội khối và tiếp cận trực tiếp các nhu cầu mua sắm lớn.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Sự Kiện Không Chờ Đợi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vé mời điện tử, biết trước số bàn tiệc VIP và quét mã qua cổng soát vé chỉ trong 1 giây.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Tiện Ích Đa Nền Tảng Mượt Mà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hoàn hảo trên cả iPhone, điện thoại Android và trình duyệt Web PWA cập nhật tự động.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01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0"/>
            <a:ext cx="1828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HÀNH &amp; KẾT NỐI VƯƠN XA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TRÂN TRỌNG CẢM ƠN!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Chúc Quý Hội Viên Kết Nối Thành Công &amp; Đón Nhận Trọn Vẹn Giá Trị Số Hóa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"TIÊN PHONG CHUYỂN ĐỔI SỐ · GẮN KẾT VƯƠN XA"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ỨNG DỤNG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Dụng iOS &amp; Android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thẻ VIP số, chạm NFC danh thiếp thông minh và khám phá danh bạ kết nối 100+ doanh nhân.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&amp; CHIA SẺ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Lắng Nghe Hội Viên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ý kiến đóng góp của Quý Doanh nhân là động lực để Ban Thư Ký liên tục nâng cấp và tối ưu hóa.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BAN THƯ KÝ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Kỹ Thuật 24/7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cấp lại mã hội viên, cài đặt thẻ visit card, chia sẻ danh bạ và tham gia 6 Ban chuyên trách.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Hội Viên · CLB Doanh Nhân CEO 1983 · HanoiBA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Ứng Dụng Di Động Hiệp Hội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2026-10-01T13:52:52Z</dcterms:created>
  <dcterms:modified xsi:type="dcterms:W3CDTF">2026-10-01T13:52:52Z</dcterms:modified>
</cp:coreProperties>
</file>