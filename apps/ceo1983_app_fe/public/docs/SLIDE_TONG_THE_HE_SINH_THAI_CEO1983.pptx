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BỨC TRANH TỔNG THỂ TOÀN CẢNH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SỐ TOÀN DIỆN CLB DOANH NHÂN CEO 1983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Quản trị Điều hành Web CRM &amp; Văn phòng số bỏ túi Mobile App chuẩn hóa Hội viên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200400"/>
          </a:xfrm>
          <a:prstGeom prst="rect">
            <a:avLst>
              <a:gd name="adj" fmla="val 5714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1. CỔNG ĐIỀU HÀNH WEB CRM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Quản trị 500+ hội viên 360°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Dashboard BI &amp; Thống kê Bar+Line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Xếp bàn tiệc Gala tự động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Thu hội phí tự động VietQR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2011680"/>
            <a:ext cx="5029200" cy="3200400"/>
          </a:xfrm>
          <a:prstGeom prst="rect">
            <a:avLst>
              <a:gd name="adj" fmla="val 5714"/>
            </a:avLst>
          </a:prstGeom>
          <a:solidFill>
            <a:srgbClr val="0A1938"/>
          </a:solidFill>
          <a:ln w="12700">
            <a:solidFill>
              <a:srgbClr val="FFB703"/>
            </a:solidFill>
          </a:ln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2. VĂN PHÒNG DOANH NHÂN MOBILE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Thẻ hội viên số nhận diện Doanh nhân VIP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Danh thiếp số 1 chạm kết nối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Sàn giao thương B2B nội khối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Vé sự kiện Gala &amp; Check-in QR 1 giây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Đột phá toàn diện trong quản trị hiệp hội: Trung tâm điều hành Web CRM minh bạch kết hợp cùng Văn phòng số bỏ túi Mobile App mang lại sức mạnh vận hành vượt trội cho 500+ doanh nhân.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KIẾN TRÚC TƯƠNG HỖ KHÉP KÍN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CÔNG CỤ ĐỘT PHÁ TƯƠNG TÁC ĐỒNG BỘ HAI CHIỀU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CRM chuẩn hóa quản trị điều hành — Mobile App trao quyền kết nối giao thương tức thì cho hội viên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292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CỔNG WEB CRM QUẢN TRỊ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Quản lý hồ sơ hội viên 360° &amp; phân quyền RBAC 11 cấp bảo mật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Dashboard BI &amp; Thống kê Recharts đo lường tương tác và dòng tiền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Sơ đồ xếp bàn tiệc Gala trang trọng, phân bổ chỗ ngồi VIP thông minh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Quản lý hội phí VietQR tự động, gạch nợ tức thì và minh bạch sổ quỹ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Điều hành giao việc Kanban, theo dõi tiến độ các ban thời gian thực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Thiết lập chương trình đào tạo doanh nhân, mở link đăng ký &amp; kho tài liệu số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828800"/>
            <a:ext cx="50292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VĂN PHÒNG SỐ MOBILE APP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Thẻ hội viên số nhận diện Doanh nhân VIP &amp; danh thiếp điện tử 1 chạm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Sàn giao thương B2B nội khối, trao đổi cơ hội và xúc tiến hợp đồng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Ví vé sự kiện Gala, xem vị trí bàn tiệc và QR Check-in 1 giây tại cửa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Bục vinh danh Top 3 doanh nhân tiêu biểu, đo lường điểm tương tác số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Đăng ký khóa học, học trực tuyến và tiếp cận kho bài giảng quản trị số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✔ Nhắn tin nội bộ, gọi điện danh bạ lãnh đạo và cập nhật tin tức hiệp hội 24/7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Đồng bộ hóa tức thì qua nền tảng Cloud: Mọi thay đổi về sự kiện, đào tạo, bàn tiệc và hội phí trên Web CRM đều được phản ánh tức thì xuống điện thoại của hội viên.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01 - CRM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TỔNG QUAN &amp; HỒ SƠ HỘI VIÊN 360° TRÊN CRM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Nắm trọn dữ liệu vận hành toàn hiệp hội trong một màn hình điều hành duy nhất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Dashboard BI cập nhật thời gian thực các chỉ số tài chính, sự kiện và tương tác hội viên.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Hồ sơ doanh nghiệp đầy đủ thông tin pháp lý, ngành nghề kinh doanh và người đại diện.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Cơ chế phân quyền 11 cấp chặt chẽ: Chủ tịch, Phó Chủ tịch, Trưởng ban, Kế toán, Thư ký, Hội viên.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Xuất báo cáo danh sách hội viên chuẩn Excel phục vụ công tác đối soát của Ban Thư Ký.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DASHBOARD TỔNG QUAN &amp; HỒ SƠ HỘI VIÊN 360° TRÊN CRM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Chuẩn hóa định danh số doanh nghiệp: Kiểm soát truy cập chặt chẽ theo 11 cấp bậc phân quyền, loại bỏ hoàn toàn nguy cơ rò rỉ thông tin nội bộ của CLB.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02 - CRM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&amp; BÁO CÁO BI TOÀN DIỆN (BAR + LINE RECHARTS)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lường trực quan hiệu quả hoạt động, biến động dòng tiền và vinh danh hội viên tích cực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4 Thẻ KPI chủ lực trên cùng: Tổng cơ hội B2B, Chi tiêu giao dịch, Lượt tương tác và Sự kiện đang mở.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Biểu đồ kết hợp Bar + Line: Thể hiện xu hướng tăng (xanh) / giảm (đỏ) qua từng chu kỳ hoạt động.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Avatar Top 1 gắn tại đỉnh chóp cột biểu đồ thể hiện sự trang trọng và định vị thương hiệu cá nhân.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Bục vinh danh 3 cột trên 1 hàng ngang: Top 2 (Nhì) - Top 1 (Nhất có vương miện) - Top 3 (Ba).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THỐNG KÊ &amp; BÁO CÁO BI TOÀN DIỆN (BAR + LINE RECHARTS)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Quyết sách dựa trên dữ liệu thực tế: Cung cấp bức tranh toàn cảnh về giao thương, dòng tiền và tần suất tương tác, giúp Ban Điều Hành hoạch định chính sách chuẩn xác.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03 - CRM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SỰ KIỆN GALA &amp; SƠ ĐỒ BÀN TIỆC ĐỘNG THÔNG MINH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phóng 90% áp lực đón tiếp khách mời, sắp xếp chỗ ngồi VIP chính xác và check-in 1 giây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Thiết kế sơ đồ bàn tiệc trực quan: Phân loại bàn VIP, Bàn Lãnh đạo, Bàn Hội viên và Khách mời danh dự.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Gán hội viên vào từng bàn tiệc chỉ với 1 click kéo thả; tự động cảnh báo khi bàn tiệc đã đủ người.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Vé điện tử phát hành tức thì vào Ví sự kiện trên Mobile App của từng hội viên kèm vị trí bàn.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Cổng soát vé quét QR tại cửa: Điểm danh trong 1 giây, tự động cập nhật trạng thái "Đã tham gia".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TỔ CHỨC SỰ KIỆN GALA &amp; SƠ ĐỒ BÀN TIỆC ĐỘNG THÔNG MINH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Nâng tầm đẳng cấp tổ chức sự kiện: Loại bỏ hoàn toàn tình trạng tranh cãi về chỗ ngồi tiệc Gala, kiểm soát chặt chẽ vé khách mời và check-in không chạm.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04 - CRM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HỘI PHÍ TỰ ĐỘNG VIETQR &amp; SỔ QUỸ THU CHI MINH BẠCH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hóa dòng tiền hiệp hội: Webhook ngân hàng gạch nợ tức thì, báo cáo tài chính tức thời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Tạo mã VietQR động chuẩn NAPAS theo từng hội viên kèm cú pháp định danh chính xác.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Webhook ngân hàng kết nối tự động: Nhận tiền về tài khoản là hệ thống tự động gạch nợ hội phí tức thì.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Báo cáo dòng tiền thu chi minh bạch: Phân loại các khoản chi hoạt động, tài trợ và quỹ thiện nguyện.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Hội viên xem trực tiếp lịch sử đóng phí và tải biên lai thu tiền điện tử trên Mobile App.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QUẢN LÝ HỘI PHÍ TỰ ĐỘNG VIETQR &amp; SỔ QUỸ THU CHI MINH BẠCH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Minh bạch tài chính tuyệt đối: Tự động hóa quy trình thu nộp hội phí qua VietQR động, giảm 95% thời gian đối soát kế toán và loại bỏ sai sót số liệu.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05 - CRM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ĐÀO TẠO DOANH NHÂN &amp; KHO TRI THỨC SỐ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học viện số cho CLB: Đào tạo trực tuyến, cấp chứng chỉ và lưu trữ tài liệu vĩnh viễn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Khởi tạo khóa học trực tiếp / trực tuyến (Hybrid) với thông tin giảng viên, tài liệu và học phí.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Phát hành link đăng ký độc quyền cho hội viên; kiểm soát số lượng học viên tham gia từng khóa.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Tích hợp phòng học số, lưu trữ video bài giảng và slide thuyết trình để hội viên ôn tập.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Cấp chứng nhận số có mã xác thực cho hội viên hoàn thành đầy đủ chương trình đào tạo.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CHƯƠNG TRÌNH ĐÀO TẠO DOANH NHÂN &amp; KHO TRI THỨC SỐ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Nâng cao năng lực lãnh đạo: Xây dựng kho học liệu chuẩn hóa, hỗ trợ hội viên tiếp cận kiến thức quản trị thực chiến từ các chuyên gia hàng đầu.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06 - CRM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HÀNH GIAO VIỆC KANBAN &amp; THEO DÕI TIẾN ĐỘ 6 BAN CHUYÊN MÔN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quy trình tác nghiệp của Ban Điều Hành: Không sót việc, đúng hạn và rõ trách nhiệm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Bảng Kanban trực quan phân chia rõ 4 trạng thái: Cần làm, Đang làm, Chờ duyệt và Đã hoàn thành.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Giao việc trực tiếp cho từng cá nhân hoặc Ban Chuyên Môn kèm thời hạn và mức độ ưu tiên.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Đính kèm tài liệu, biên bản cuộc họp và trao đổi bình luận trực tiếp ngay trên thẻ công việc.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Thông báo nhắc nhở tự động qua push notification khi công việc sắp đến hạn hoặc có cập nhật mới.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ĐIỀU HÀNH GIAO VIỆC KANBAN &amp; THEO DÕI TIẾN ĐỘ 6 BAN CHUYÊN MÔN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Vận hành kỷ cương, hiệu quả: Theo dõi tiến độ từng công việc theo thời gian thực, gắn kết trách nhiệm của Trưởng ban và các ủy viên phụ trách.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07 - MOBILE APP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DOANH NHÂN &amp; 14 PHÍM TẮT TÁC NGHIỆP TỨC THÌ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Văn phòng số bỏ túi mở ra không gian giao thương, kết nối và nhận thông báo quan trọng 24/7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Header thông minh hiển thị chức vụ, số điện thoại chính danh và số lượng thông báo chưa đọc.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Cụm phím tắt nhanh 1 chạm: Nhắn tin trao đổi, Tìm hội viên theo ngành, Gửi cơ hội B2B và Góc hội viên.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Đếm ngược thời gian sự kiện sắp diễn ra kèm hình ảnh bàn tiệc Gala trực quan, không bỏ lỡ hoạt động.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Khu vực Ưu đãi riêng dành cho Hội viên &amp; Đối tác, gia tăng quyền lợi độc quyền khi tham gia hiệp hội.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TRANG CHỦ DOANH NHÂN &amp; 14 PHÍM TẮT TÁC NGHIỆP TỨC THÌ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Tiện ích trong tầm tay: Tích hợp đầy đủ các phím tắt nhắn tin, tra cứu danh bạ, tìm kiếm đối tác và theo dõi sự kiện sắp tới ngay tại màn hình chính.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08 - MOBILE APP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HỘI VIÊN SỐ &amp; DANH THIẾP ĐIỆN TỬ 1 CHẠM CÁ NHÂN HÓA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danh số Doanh nhân thời hạn thực, tích hợp mã QR động và chia sẻ thông tin bảo mật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Thẻ hội viên số nhận diện Doanh nhân VIP với logo Hiệp hội, họ tên, chức vụ và thời hạn thẻ minh bạch.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Mã QR động cá nhân hóa: Quét để lưu danh bạ trực tiếp vào điện thoại đối tác mà không cần cài thêm app.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Bộ công cụ tác nghiệp: Nút Quét QR, Chụp danh thiếp OCR, Chỉnh sửa thông tin, Chia sẻ và Tải Profile PDF.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Tùy chỉnh quyền riêng tư linh hoạt: Chủ động chọn Ẩn/Hiện Số điện thoại hoặc Email khi người lạ quét thẻ.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THẺ HỘI VIÊN SỐ &amp; DANH THIẾP ĐIỆN TỬ 1 CHẠM CÁ NHÂN HÓA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Định danh số sang trọng và hiện đại: Thay thế hoàn toàn danh thiếp giấy truyền thống, trao đổi thông tin doanh nghiệp trong 1 chạm quét mã QR.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09 - MOBILE APP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GIAO THƯƠNG B2B &amp; KẾT NỐI NHU CẦU MUA BÁN NỘI KHỐI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Thúc đẩy doanh thu thực tế: Đăng tin tìm kiếm đối tác, chào bán sản phẩm dịch vụ uy tín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Đăng tin cơ hội hợp tác đa ngành: Tìm nhà cung ứng, tìm đại lý, kêu gọi vốn và hợp tác liên doanh.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Bộ lọc tìm kiếm thông minh theo ngành nghề, khu vực địa lý và quy mô doanh nghiệp trong CLB.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Kết nối trực tiếp qua nút gọi điện, nhắn tin nội bộ hoặc đặt lịch hẹn gặp mặt trao đổi công việc.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Ghi nhận giá trị giao dịch và doanh số xúc tiến thương mại nội khối để vinh danh định kỳ.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SÀN GIAO THƯƠNG B2B &amp; KẾT NỐI NHU CẦU MUA BÁN NỘI KHỐI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Thị trường nội khối sôi động: Tạo môi trường giao thương chính danh, ưu tiên sử dụng sản phẩm dịch vụ của nhau giữa hơn 500 doanh nghiệp cùng lứa tuổi.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10 - MOBILE APP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 SỰ KIỆN GALA ĐIỆN TỬ &amp; CHECK-IN QR TỰ ĐỘNG 1 GIÂY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sự kiện không chạm: Điểm danh đón tiếp chuyên nghiệp tại cửa, tự động dẫn đường đến bàn tiệc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Ví vé sự kiện điện tử cập nhật tự động ngay khi hội viên đăng ký thành công trên ứng dụng.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Hiển thị rõ ràng số bàn tiệc, tên bàn VIP và danh sách khách mời ngồi cùng bàn để thuận tiện giao lưu.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Mã QR Check-in độc bản: Nhân viên lễ tân quét tại cửa là hệ thống tự động xác nhận tham dự tức thì.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Xem lại lịch sử các kỳ Đại hội, Tọa đàm và hình ảnh sự kiện được lưu trữ vĩnh viễn trên Cloud.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VÉ SỰ KIỆN GALA ĐIỆN TỬ &amp; CHECK-IN QR TỰ ĐỘNG 1 GIÂY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Vận hành sự kiện đẳng cấp 5 sao: Không lo quên vé giấy, quét mã QR trong 1 giây là nắm rõ vị trí bàn tiệc VIP và danh sách đối tác ngồi cùng bàn.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PHÂN HỆ TRỌNG YẾU 11 - MOBILE APP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ĐÀO TẠO HYBRID &amp; KHO BÀI GIẢNG SỐ DÀNH CHO CEO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 liên tục mọi lúc mọi nơi: Kết nối chuyên gia hàng đầu, lan tỏa tri thức quản trị thực chiến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3810" tIns="3810" rIns="3810" bIns="381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01. Thông báo lớp học mới tự động qua push notification trên điện thoại của toàn thể hội viên.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02. Học trực tuyến một chạm qua phòng họp bảo mật cao tích hợp sẵn, không lo gián đoạn đường truyền.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03. Kho tài liệu bài giảng, biểu mẫu quản trị và slide thuyết trình cho phép tải về máy đọc offline.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04. Đánh giá chất lượng khóa học và cấp chứng nhận số hoàn thành chương trình đào tạo của Hiệp hội.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840480"/>
          </a:xfrm>
          <a:prstGeom prst="rect">
            <a:avLst>
              <a:gd name="adj" fmla="val 4762"/>
            </a:avLst>
          </a:prstGeom>
          <a:solidFill>
            <a:srgbClr val="0A1938"/>
          </a:solidFill>
          <a:ln w="12700">
            <a:solidFill>
              <a:srgbClr val="00D4FF"/>
            </a:solidFill>
          </a:ln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[HÌNH ẢNH GIAO DIỆN THỰC TẾ]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Phân hệ: CHƯƠNG TRÌNH ĐÀO TẠO HYBRID &amp; KHO BÀI GIẢNG SỐ DÀNH CHO CEO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Truy cập hệ thống: https://ceo1983.viconnect.vn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Học viện số bỏ túi: Giúp các CEO cập nhật xu hướng công nghệ, quản trị nhân sự và tài chính doanh nghiệp mọi lúc mọi nơi ngay trên thiết bị di động.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CAM KẾT ĐỒNG HÀNH &amp; KẾ HOẠCH BÀN GIAO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TRIỂN KHAI &amp; CAM KẾT ĐỒNG HÀNH TOÀN DIỆN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ViConnect Technology đồng hành trọn đời cùng sự phát triển lớn mạnh của CLB Doanh nhân CEO 1983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941832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5080" tIns="5080" rIns="5080" bIns="508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01. Bảo Trì &amp; Vận Hành 24/7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  Đảm bảo hệ thống hoạt động ổn định 99.9% trên hạ tầng máy chủ đám mây tốc độ cao, hỗ trợ kỹ thuật tức thời.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02. Bảo Mật Dữ Liệu Đa Tầng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  Mã hóa SSL/TLS, sao lưu tự động hàng ngày, tuân thủ nghiêm ngặt bảo mật thông tin kinh doanh của hội viên.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03. Tập Huấn &amp; Chuyển Giao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  Hướng dẫn chi tiết Ban Thư Ký và 6 Ban Chuyên Môn sử dụng thành thạo toàn bộ các phân hệ quản trị.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04. Nâng Cấp Tính Năng Liên Tục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  Lắng nghe phản hồi từ Ban Điều Hành để bổ sung kịp thời các tiện ích mới phục vụ nhu cầu giao thương kết nối.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Đối tác công nghệ tin cậy: Cam kết bảo trì 24/7, nâng cấp liên tục và hỗ trợ tận tâm mọi hoạt động chuyển đổi số của Hiệp hội trong suốt giai đoạn phát triển.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TRI ÂN &amp; HỢP TÁC BỀN VỮNG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TRÂN TRỌNG CẢM ƠN!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KÍNH CHÚC CLB DOANH NHÂN CEO 1983 NGÀY CÀNG PHÁT TRIỂN THỊNH VƯỢNG, BỀN VỮNG VÀ VƯƠN TẦM CAO MỚI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9418320" cy="38404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 wrap="square" lIns="5080" tIns="5080" rIns="5080" bIns="508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01. Hạ Tầng Ổn Định 99.9%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  Hệ thống vận hành liên tục trên hạ tầng Cloud tốc độ cao, hỗ trợ kỹ thuật 24/7 không gián đoạn.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02. Bảo Mật Dữ Liệu Tuyệt Đối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  Mã hóa SSL/TLS đa tầng, sao lưu tự động và bảo mật thông tin doanh nghiệp theo tiêu chuẩn cao cấp.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03. Đồng Hành Phát Triển Liên Tục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  Luôn lắng nghe ý kiến chỉ đạo từ Ban Điều Hành để bổ sung tính năng mới, phục vụ tối đa quyền lợi hội viên.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04. Chuyển Giao &amp; Hỗ Trợ Tận Tâm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   Tập huấn kỹ lưỡng cho Ban Thư Ký và 6 Ban Chuyên Môn làm chủ toàn diện hệ thống điều hành số.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ĐÚC KẾT CHIẾN LƯỢC: ViConnect Technology tự hào là đối tác công nghệ chiến lược đồng hành cùng sự phát triển vươn tầm của Hiệp hội Doanh nghiệp Trẻ Hà Nội &amp; CLB CEO 1983. | VICONNECT · CEO 1983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CLB Doanh Nhân CEO 1983 (HanoiBA)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Sinh Thái Số Toàn Diện CEO 1983</dc:title>
  <dc:subject>PptxGenJS Presentation</dc:subject>
  <dc:creator>ViConnect Technology</dc:creator>
  <cp:lastModifiedBy>ViConnect Technology</cp:lastModifiedBy>
  <cp:revision>1</cp:revision>
  <dcterms:created xsi:type="dcterms:W3CDTF">2026-10-27T06:31:08Z</dcterms:created>
  <dcterms:modified xsi:type="dcterms:W3CDTF">2026-10-27T06:31:08Z</dcterms:modified>
</cp:coreProperties>
</file>