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\VICONNECT\CEO_VIONE_PROJECT\ceo1983_project\document\images\backgrounds\01_skyline_lak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1F54">
              <a:alpha val="75000"/>
            </a:srgbClr>
          </a:solidFill>
          <a:ln w="25400">
            <a:solidFill>
              <a:srgbClr val="00D2FF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▲▼ VICONNECT   |   3 CEO 1983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315200" y="3657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TỔNG THỂ HỆ SINH THÁI SỐ KÉP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914400" y="1005840"/>
            <a:ext cx="10332720" cy="5120640"/>
          </a:xfrm>
          <a:prstGeom prst="rect">
            <a:avLst>
              <a:gd name="adj" fmla="val 4464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80160" y="1280160"/>
            <a:ext cx="9601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F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QUẢN LÝ CLB DOANH NHÂN CEO 1983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1280160" y="23774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2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HIỆN THỰC HÓA 3 BÀI TOÁN CHIẾN LƯỢC &amp; CÁC ĐỘT PHÁ CÔNG NGHỆ VƯỢT TRỘI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80160" y="283464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toàn diện bức tranh 2 sản phẩm Web CRM &amp; Mobile App do ViConnect / Vione nghiên cứu, xây dựng và phát triển theo đặt hàng từ Ban Lãnh Đạo CLB CEO 1983.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280160" y="3749040"/>
            <a:ext cx="9601200" cy="1645920"/>
          </a:xfrm>
          <a:prstGeom prst="rect">
            <a:avLst>
              <a:gd name="adj" fmla="val 833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463040" y="3931920"/>
            <a:ext cx="9235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09:00 – 12:00 | Thứ Tư, ngày 21/10/2026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📍 Khu biệt thự HDI, 39 ngõ 29 P. Mạc Thái Tông, KĐT Nam Trung Yên, Cầu Giấy, Hà Nội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🍴 Bữa trưa thân mật tại Nhà hàng Phiến Hoan Việt Trì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\VICONNECT\CEO_VIONE_PROJECT\ceo1983_project\document\images\backgrounds\02_boardroo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1F54">
              <a:alpha val="75000"/>
            </a:srgbClr>
          </a:solidFill>
          <a:ln w="25400">
            <a:solidFill>
              <a:srgbClr val="00D2FF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▲▼ VICONNECT   |   3 CEO 1983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315200" y="3657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BỨC TRANH TỔNG THỂ 2 SẢN PHẨM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KÉP: WEB CRM QUẢN TRỊ &amp; MOBILE APP HỘI VIÊN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31520" y="1554480"/>
            <a:ext cx="5120640" cy="4663440"/>
          </a:xfrm>
          <a:prstGeom prst="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0072C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828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F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CỔNG QUẢN TRỊ TRUNG ƯƠNG WEB CRM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286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2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Dành cho: Ban Điều Hành, Ban Thư Ký, Chủ Tịch &amp; 6 Ban Chuyên Môn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005840" y="2743200"/>
            <a:ext cx="45720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Trục xương sống quản lý dữ liệu 500+ doanh nghiệp hội viên 360°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Sơ đồ khán phòng rạp phim Cinema Seating Studio &amp; Soát vé Gatekeeper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Bàn giao việc Kanban phân ban, nhắc hạn deadline và đính kèm file Excel/Word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Kế toán tự động hóa VietQR Napas 247, gạch nợ tức thời 0.1s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Ma trận phân quyền Sticky Matrix 10 vai trò bảo mật cấp doanh nghiệp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17920" y="1554480"/>
            <a:ext cx="5120640" cy="4663440"/>
          </a:xfrm>
          <a:prstGeom prst="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1828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F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VĂN PHÒNG BỎ TÚI MOBILE APP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492240" y="2286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Dành cho: 500+ Doanh nhân hội viên chính danh CLB CEO 1983 (HanoiBA)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92240" y="2743200"/>
            <a:ext cx="45720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Thẻ VIP kỹ thuật số mạ vàng &amp; vCard QR lưu danh bạ 1 chạm vào điện thoại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Sàn giao thương B2B nội bộ: Trưng bày sản phẩm và cam kết chiết khấu độc quyền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Ví vé sự kiện E-Ticket, hiển thị sơ đồ số ghế VIP và mã quay thưởng #8388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Mạng lưới doanh nhân chính danh, tìm kiếm đối tác &amp; Đặt lịch hẹn 1-on-1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Trợ lý giọng nói Voice AI tiếng Việt &amp; Đàm thoại nội bộ VoIP Call mã hóa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\VICONNECT\CEO_VIONE_PROJECT\ceo1983_project\document\images\backgrounds\03_smartci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1F54">
              <a:alpha val="75000"/>
            </a:srgbClr>
          </a:solidFill>
          <a:ln w="25400">
            <a:solidFill>
              <a:srgbClr val="00D2FF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▲▼ VICONNECT   |   3 CEO 1983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315200" y="3657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HIỆN THỰC HÓA YÊU CẦU BAN ĐẦU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ỨNG TRỌN VẸN 3 BÀI TOÁN CHIẾN LƯỢC TỪ CEO 1983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31520" y="1554480"/>
            <a:ext cx="3291840" cy="466344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82880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F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 Quản Lý Tập Trung Hồ Sơ 500+ Hội Viên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" y="265176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Thách thức cũ: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đây: Lưu file Excel rời rạc, khó cập nhật pháp lý, thất lạc thông tin ban ngành.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914400" y="420624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pháp ViConnect: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ViConnect giải quyết: Số hóa hồ sơ 360°, quy trình xét duyệt 3 cấp bảo mật, gắn thẻ ngành nghề B2B, quản lý lịch sử tham gia và công nợ thường niên.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97680" y="1554480"/>
            <a:ext cx="3291840" cy="466344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80560" y="182880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F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Check-in Sự Kiện &amp; Số Hóa Vé Gala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480560" y="265176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Thách thức cũ: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đây: Nhầm lẫn bàn ghế, xếp chỗ thủ công mất thời gian, soát vé ùn tắc tại cửa.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480560" y="420624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pháp ViConnect: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ViConnect giải quyết: Sơ đồ rạp phim Cinema Seating Map xếp chỗ chuẩn xác 100%, soát vé QR 0.1s không chạm, vòng quay bốc thăm may mắn Lucky Draw trực tiếp.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863840" y="1554480"/>
            <a:ext cx="3291840" cy="466344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46720" y="182880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F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Kết Nối Giao Thương &amp; Cơ Hội B2B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046720" y="265176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Thách thức cũ: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đây: Giao lưu phong trào, thiếu công cụ theo dõi hợp tác kinh doanh và mua chéo dịch vụ.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046720" y="420624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pháp ViConnect: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ViConnect giải quyết: Sàn B2B nội bộ niêm yết sản phẩm chiết khấu cao, vCard QR 1 chạm không cần app, hệ thống đặt lịch hẹn cà phê 1-on-1 đồng bộ Calendar.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\VICONNECT\CEO_VIONE_PROJECT\ceo1983_project\document\images\backgrounds\04_operatio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1F54">
              <a:alpha val="75000"/>
            </a:srgbClr>
          </a:solidFill>
          <a:ln w="25400">
            <a:solidFill>
              <a:srgbClr val="00D2FF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▲▼ VICONNECT   |   3 CEO 1983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315200" y="3657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HỆ CÔNG CỤ QUẢN TRỊ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HỆ WEB CRM: CÁC CHỨC NĂNG CỐT LÕI ĐÃ HOÀN THIỆN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31520" y="1554480"/>
            <a:ext cx="2514600" cy="4663440"/>
          </a:xfrm>
          <a:prstGeom prst="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pic>
        <p:nvPicPr>
          <p:cNvPr id="8" name="Image 1" descr="D:\download\VICONNECT\CEO_VIONE_PROJECT\ceo1983_project\document\images\evidence\04_crm_members_managem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37360"/>
            <a:ext cx="2240280" cy="20116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39319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F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Quản Trị Hội Viên 360° &amp; Thẩm Định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68680" y="4663440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Hồ sơ pháp lý, MST, phân ban chuyên môn, lịch sử hoạt động và trạng thái xét duyệt 3 cấp.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3429000" y="1554480"/>
            <a:ext cx="2514600" cy="4663440"/>
          </a:xfrm>
          <a:prstGeom prst="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pic>
        <p:nvPicPr>
          <p:cNvPr id="12" name="Image 2" descr="D:\download\VICONNECT\CEO_VIONE_PROJECT\ceo1983_project\document\images\evidence\06_crm_cinema_seating_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1737360"/>
            <a:ext cx="2240280" cy="20116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66160" y="39319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F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Cinema Seating Studio &amp; Soát Vé QR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3566160" y="4663440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Sơ đồ khán phòng rạp phim trực quan, phân bổ bàn tròn VIP, soát vé Gatekeeper 0.1s không chạm.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6126480" y="1554480"/>
            <a:ext cx="2514600" cy="4663440"/>
          </a:xfrm>
          <a:prstGeom prst="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pic>
        <p:nvPicPr>
          <p:cNvPr id="16" name="Image 3" descr="D:\download\VICONNECT\CEO_VIONE_PROJECT\ceo1983_project\document\images\evidence\09_crm_tasks_kanba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737360"/>
            <a:ext cx="2240280" cy="20116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263640" y="39319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F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Bàn Giao Việc Kanban &amp; Xem File Đính Kèm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6263640" y="4663440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công nhiệm vụ rõ ràng người giao việc, subtask checklist, xem trực tiếp file Excel/Word/PDF.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8823960" y="1554480"/>
            <a:ext cx="2514600" cy="4663440"/>
          </a:xfrm>
          <a:prstGeom prst="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pic>
        <p:nvPicPr>
          <p:cNvPr id="20" name="Image 4" descr="D:\download\VICONNECT\CEO_VIONE_PROJECT\ceo1983_project\document\images\evidence\10_crm_cashbook_fund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1737360"/>
            <a:ext cx="2240280" cy="201168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8961120" y="39319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F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Kế Toán Tài Chính &amp; Sổ Quỹ Thu Chi</a:t>
            </a:r>
            <a:endParaRPr lang="en-US" sz="1100" dirty="0"/>
          </a:p>
        </p:txBody>
      </p:sp>
      <p:sp>
        <p:nvSpPr>
          <p:cNvPr id="22" name="Text 15"/>
          <p:cNvSpPr/>
          <p:nvPr/>
        </p:nvSpPr>
        <p:spPr>
          <a:xfrm>
            <a:off x="8961120" y="4663440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lý thu chi minh bạch, xuất hóa đơn hội phí VietQR Napas 247, gạch nợ tức thời 100%.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\VICONNECT\CEO_VIONE_PROJECT\ceo1983_project\document\images\backgrounds\05_mobile_netwo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1F54">
              <a:alpha val="75000"/>
            </a:srgbClr>
          </a:solidFill>
          <a:ln w="25400">
            <a:solidFill>
              <a:srgbClr val="00D2FF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▲▼ VICONNECT   |   3 CEO 1983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315200" y="3657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HỆ ỨNG DỤNG HỘI VIÊN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HỆ MOBILE APP: VĂN PHÒNG SỐ BỎ TÚI CỦA CEO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31520" y="1554480"/>
            <a:ext cx="2514600" cy="4663440"/>
          </a:xfrm>
          <a:prstGeom prst="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pic>
        <p:nvPicPr>
          <p:cNvPr id="8" name="Image 1" descr="D:\download\VICONNECT\CEO_VIONE_PROJECT\ceo1983_project\document\images\evidence\09_app_vip_c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37360"/>
            <a:ext cx="2240280" cy="20116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39319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F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Thẻ Hội Viên VIP &amp; vCard QR 1 Chạm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68680" y="4663440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số mạ vàng nhận diện thương hiệu, quét QR lưu danh bạ điện thoại không cần cài app.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3429000" y="1554480"/>
            <a:ext cx="2514600" cy="4663440"/>
          </a:xfrm>
          <a:prstGeom prst="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pic>
        <p:nvPicPr>
          <p:cNvPr id="12" name="Image 2" descr="D:\download\VICONNECT\CEO_VIONE_PROJECT\ceo1983_project\document\images\evidence\16_app_products_ecommerce_gr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1737360"/>
            <a:ext cx="2240280" cy="20116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66160" y="39319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F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Sàn Thương Mại B2B &amp; Ưu Đãi Độc Quyền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3566160" y="4663440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Gian hàng trực tuyến cho từng doanh nghiệp, ưu tiên tiêu dùng chéo không qua trung gian.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6126480" y="1554480"/>
            <a:ext cx="2514600" cy="4663440"/>
          </a:xfrm>
          <a:prstGeom prst="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pic>
        <p:nvPicPr>
          <p:cNvPr id="16" name="Image 3" descr="D:\download\VICONNECT\CEO_VIONE_PROJECT\ceo1983_project\document\images\evidence\14_app_event_checkin_pas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737360"/>
            <a:ext cx="2240280" cy="20116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263640" y="39319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F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Ví Vé E-Ticket &amp; Vòng Quay May Mắn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6263640" y="4663440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Lưu cuống vé sự kiện, hiển thị sơ đồ số ghế VIP và tự động kích hoạt mã bốc thăm #8388.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8823960" y="1554480"/>
            <a:ext cx="2514600" cy="4663440"/>
          </a:xfrm>
          <a:prstGeom prst="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pic>
        <p:nvPicPr>
          <p:cNvPr id="20" name="Image 4" descr="D:\download\VICONNECT\CEO_VIONE_PROJECT\ceo1983_project\document\images\evidence\15_app_members_director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1737360"/>
            <a:ext cx="2240280" cy="201168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8961120" y="39319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F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Mạng Lưới 500+ CEO &amp; Đặt Hẹn 1-on-1</a:t>
            </a:r>
            <a:endParaRPr lang="en-US" sz="1100" dirty="0"/>
          </a:p>
        </p:txBody>
      </p:sp>
      <p:sp>
        <p:nvSpPr>
          <p:cNvPr id="22" name="Text 15"/>
          <p:cNvSpPr/>
          <p:nvPr/>
        </p:nvSpPr>
        <p:spPr>
          <a:xfrm>
            <a:off x="8961120" y="4663440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kiếm đối tác chính danh theo ngành nghề, gửi lời mời cà phê kết nối tự động cập nhật lịch.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\VICONNECT\CEO_VIONE_PROJECT\ceo1983_project\document\images\backgrounds\06_innov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1F54">
              <a:alpha val="75000"/>
            </a:srgbClr>
          </a:solidFill>
          <a:ln w="25400">
            <a:solidFill>
              <a:srgbClr val="00D2FF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▲▼ VICONNECT   |   3 CEO 1983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315200" y="3657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 TRỊ GIA TĂNG TỪ VICONNECT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ĐỘT PHÁ CÔNG NGHỆ NẰM NGOÀI YÊU CẦU BAN ĐẦU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31520" y="1554480"/>
            <a:ext cx="2011680" cy="46634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 w="25400">
            <a:solidFill>
              <a:srgbClr val="00D2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82880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F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 Kế Toán Tự Động VietQR Napas 247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68680" y="2834640"/>
            <a:ext cx="17373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động sinh mã QR động chứa sẵn số tiền và mã hóa đơn. Gạch nợ tức thời 0.1s qua webhook ngân hàng; hạch toán chuẩn thông tư 200/TT-BTC.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880360" y="1554480"/>
            <a:ext cx="2011680" cy="46634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 w="25400">
            <a:solidFill>
              <a:srgbClr val="00D2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017520" y="182880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F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Trợ Lý Giọng Nói Voice AI Tiếng Việt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017520" y="2834640"/>
            <a:ext cx="17373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Tương tác rảnh tay tự nhiên: "Mở sự kiện sắp tới", "Xem hội phí của tôi", "Tìm đối tác xây dựng" — điều hướng màn hình ngay trong chớp mắt.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029200" y="1554480"/>
            <a:ext cx="2011680" cy="46634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 w="25400">
            <a:solidFill>
              <a:srgbClr val="00D2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166360" y="182880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F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Đàm Thoại Nội Bộ Mã Hóa &amp; Native VoIP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166360" y="2834640"/>
            <a:ext cx="17373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Cuộc gọi thoại &amp; video HD mã hóa riêng tư giữa các CEO. Đổ chuông ngay trên màn hình khóa điện thoại; gác máy 0ms không chuông ảo.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7178040" y="1554480"/>
            <a:ext cx="2011680" cy="46634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 w="25400">
            <a:solidFill>
              <a:srgbClr val="00D2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15200" y="182880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F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Cơ Chế Đồng Bộ Offline-First (Local Cache)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315200" y="2834640"/>
            <a:ext cx="17373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Soát vé QR và check-in mượt mà ngay cả khi hội trường Gala mất sóng Internet; tự động đồng bộ hóa lên đám mây khi có kết nối trở lại.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326880" y="1554480"/>
            <a:ext cx="2011680" cy="46634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 w="25400">
            <a:solidFill>
              <a:srgbClr val="00D2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464040" y="182880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F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 Ma Trận Phân Quyền 6 Ban Chuyên Môn (RBAC)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9464040" y="2834640"/>
            <a:ext cx="17373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tách quyền hạn độc lập cho 10 vai trò (Chủ tịch, Ban Thư Ký, Trưởng Ban, Kế toán, Hội viên); bảo vệ tuyệt đối bí mật kinh doanh.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\VICONNECT\CEO_VIONE_PROJECT\ceo1983_project\document\images\backgrounds\07_banquet_gal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1F54">
              <a:alpha val="75000"/>
            </a:srgbClr>
          </a:solidFill>
          <a:ln w="25400">
            <a:solidFill>
              <a:srgbClr val="00D2FF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▲▼ VICONNECT   |   3 CEO 1983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315200" y="3657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 HOẠCH TRIỂN KHAI &amp; BÀN GIAO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LỘ TRÌNH ĐỒNG HÀNH BỀN VỮNG CÙNG HANOIBA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31520" y="1554480"/>
            <a:ext cx="2514600" cy="4663440"/>
          </a:xfrm>
          <a:prstGeom prst="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82880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GIAI ĐOẠN 1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21/10/2026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68680" y="274320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1F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Họp Báo Cáo Demo &amp; Tiếp Thu Góp Ý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3657600"/>
            <a:ext cx="22402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trực tiếp tại HDI Mạc Thái Tông; lắng nghe ý kiến phản hồi từ Ban Lãnh Đạo để hoàn thiện sản phẩm.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429000" y="1554480"/>
            <a:ext cx="2514600" cy="4663440"/>
          </a:xfrm>
          <a:prstGeom prst="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6160" y="182880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GIAI ĐOẠN 2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22/10 – 30/10/2026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566160" y="274320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1F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Nghiệm Thu Kỹ Thuật &amp; Đóng Gói Bộ Tài Liệu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566160" y="3657600"/>
            <a:ext cx="22402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giao 100% hồ sơ tài liệu kỹ thuật, hướng dẫn sử dụng Web CRM và Mobile App; đồng bộ cơ sở dữ liệu chính thức.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126480" y="1554480"/>
            <a:ext cx="2514600" cy="4663440"/>
          </a:xfrm>
          <a:prstGeom prst="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63640" y="182880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GIAI ĐOẠN 3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01/11 – 10/11/2026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263640" y="274320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1F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Tập Huấn &amp; Chuyển Giao Quy Trình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263640" y="3657600"/>
            <a:ext cx="22402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Tập huấn trực tiếp cho Ban Thư Ký và các Trưởng Ban; chuyển giao quy trình vận hành sự kiện và quản trị tài chính.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823960" y="1554480"/>
            <a:ext cx="2514600" cy="4663440"/>
          </a:xfrm>
          <a:prstGeom prst="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961120" y="182880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GIAI ĐOẠN 4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Thường Niên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961120" y="274320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1F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Hành Store &amp; Bảo Hành 24/7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961120" y="3657600"/>
            <a:ext cx="22402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hành chính thức lên App Store &amp; Google Play Store; ViConnect trực kỹ thuật và vận hành hạ tầng 24/7 trong các sự kiện Gala.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\VICONNECT\CEO_VIONE_PROJECT\ceo1983_project\document\images\backgrounds\08_skyline_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1F54">
              <a:alpha val="75000"/>
            </a:srgbClr>
          </a:solidFill>
          <a:ln w="25400">
            <a:solidFill>
              <a:srgbClr val="00D2FF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▲▼ VICONNECT   |   3 CEO 1983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315200" y="3657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GẮN KẾT BẢN LĨNH — BỨT PHÁ TƯƠNG LAI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1371600" y="1188720"/>
            <a:ext cx="9418320" cy="4937760"/>
          </a:xfrm>
          <a:prstGeom prst="rect">
            <a:avLst>
              <a:gd name="adj" fmla="val 4630"/>
            </a:avLst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645920" y="1463040"/>
            <a:ext cx="8869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1F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VICONNECT &amp; CLB CEO 1983 (HANOIBA)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645920" y="228600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2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HÀNH KIẾN TẠO LIÊN MINH KINH TẾ BẢN LĨNH &amp; THỊNH VƯỢNG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2286000" y="3017520"/>
            <a:ext cx="7589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ViConnect cam kết duy trì vận hành máy chủ đám mây ổn định 99.9% uptime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Đội ngũ kỹ sư túc trực hỗ trợ kỹ thuật tận tâm tại mọi sự kiện Gala của Hiệp hội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Liên tục cập nhật các công nghệ trí tuệ nhân tạo (AI) mới nhất phục vụ hội viên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645920" y="4937760"/>
            <a:ext cx="8869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chúc CLB CEO 1983 ngày càng lớn mạnh, đoàn kết và bứt phá thành công!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CLB Doanh Nhân CEO 1983 - HanoiBA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Báo Cáo Tổng Thể Hệ Sinh Thái Số CEO 1983</dc:title>
  <dc:subject>PptxGenJS Presentation</dc:subject>
  <dc:creator>ViConnect Technology Ecosystem</dc:creator>
  <cp:lastModifiedBy>ViConnect Technology Ecosystem</cp:lastModifiedBy>
  <cp:revision>1</cp:revision>
  <dcterms:created xsi:type="dcterms:W3CDTF">2026-10-20T16:27:27Z</dcterms:created>
  <dcterms:modified xsi:type="dcterms:W3CDTF">2026-10-20T16:27:27Z</dcterms:modified>
</cp:coreProperties>
</file>