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EFF6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TOÀN DIỆN GIẢI PHÁP CHUYỂN ĐỔI SỐ HIỆP HỘI CLB DOANH NHÂN CEO 1983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Chỉ Huy: Hồ Sơ Hội Viên 360° · Tài Chính VietQR · Sơ Đồ Khán Phòng Sự Kiện · Biểu Quyết &amp; Lucky Draw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Chủ Quản: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CRM Cloud Enterprise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Quản Trị Trắng Xanh Chuẩn Mực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ĐIỀU HÀNH &amp; QUẢN TRỊ SỐ HÓA HIỆP HỘI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HỆ THỐNG: 4 TRỤ CỘT ĐIỀU HÀNH SỐ HÓA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Toàn Diện: Hồ Sơ Hội Viên · Quỹ Hội VietQR · Bầu Cử &amp; Lucky Draw · Sàn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Hội Viên 360°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trực tuyến, phân bổ ban bệ và tự động cấp thông tin tài khoản qua email tức thì.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Đối Soát VietQR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niên, gạch nợ hội phí tự động qua mã VietQR và minh bạch thu chi ngân quỹ.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Bầu Cử &amp; Lucky Draw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vé đa tầng, sắp đặt sơ đồ khán phòng VIP, bỏ phiếu đại hội và quay số VinFast VF3.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Hai Chiều Realtime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chuyên sâu cho Ban Quản Trị nhưng liên kết 100% dữ liệu xuống Mobile App của hội viên.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Điều Khiển Tổng Quan (Dashboard) &amp; Chỉ Số KPI Thực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toàn cảnh về sức khỏe hiệp hội: Hội viên, Dòng tiền sổ quỹ và Giao thương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Dữ liệu phản hồi trực tiếp từ Database với biểu đồ tiến độ &amp; thống kê thời gian thực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Tăng Trưởng Hội Viên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số doanh nhân chính thức đang hoạt động và số lượng hồ sơ mới đang chờ thẩm định.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Dòng Tiền &amp; Quỹ Hội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nguồn thu hội phí thường niên, vé sự kiện và các khoản tài trợ chuyển khoản VietQR.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Hiệu Quả Sàn B2B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số lượng hoạt động kết nối, sản phẩm niêm yết và số lượng Deal giao thương thành công.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Ban Chấp Hành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dữ liệu chuẩn hóa phục vụ các kỳ họp Ban Chấp Hành định kỳ chỉ với một cú nhấp chuột.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Danh Sách Hội Viên, Phân Hạng &amp; Bộ Lọc Ban Ngành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toàn bộ 100+ lãnh đạo doanh nhân sinh năm 1983 theo ban chuyên môn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Bảng dữ liệu đa năng hỗ trợ tìm kiếm nhanh, lọc theo trạng thái và xuất Excel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Hồ Sơ Doanh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họ tên, công ty, mã số thuế, chức vụ trong CLB, số điện thoại và địa chỉ trụ sở.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&amp; Tìm Kiếm Thông Minh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tức thì theo tên doanh nhân, công ty, số điện thoại hoặc trạng thái Hoạt động/Chờ duyệt.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Ban Chuyên Môn Sinh Hoạt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hội viên vào Ban Sự kiện, Ban Tài chính, Ban Xúc tiến Thương mại, Ban Truyền thông.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Excel Danh Bạ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Excel định dạng chuẩn phục vụ công tác in ấn kỷ yếu và lưu trữ nội bộ hiệp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360° &amp; Ban Thường Vụ Độc Quyền Phê Duyệt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duyệt cấp mã CEO-83xxx; Cơ chế bảo vệ phân quyền chặt chẽ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Bấm Phê duyệt: Tự động kích hoạt tài khoản DB &amp; Gửi ngay Email mật khẩu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Thẩm Định Toàn Diện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trọn vẹn giấy phép đăng ký kinh doanh, chức vụ C-Level và lĩnh vực kinh doanh của doanh nghiệp.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Phê Duyệt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BTV có quyền bấm Duyệt; hệ thống tự động sinh mã định danh chính thức CEO-83xxx.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Thẩm Quyền Phê Duyệt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kiểm soát nghiêm ngặt theo thẩm quyền Ban Thường Vụ, tự động từ chối thao tác ngoài thẩm quyền.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Bắn Email Kèm Mật Khẩu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gửi thư điện tử chúc mừng kết nạp kèm mật khẩu khởi tạo an toàn về hòm thư hội viên.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Chi Tiết Hội Viên 360°, Phân Hạng Kim Cương &amp; Quản Trị Tài Khoản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chi tiết hồ sơ hội viên toàn diện, chấm điểm gắn kết KPI, đặt lại mật khẩu và phân quyền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Hồ sơ hội viên 360°: Quản trị tài khoản, reset mật khẩu, lịch sử sinh hoạt &amp; điểm gắn kết KPI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Xem Chi Tiết Hội Viên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lịch sử tham gia họp, sự kiện, giao thương B2B và tình trạng đóng hội phí thường niên.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Tài Khoản, Khóa &amp; Reset Mật Khẩu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mật khẩu gửi về email hội viên, tạm khóa tài khoản hoặc mở khóa quyền truy cập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Gắn Kết &amp; Phân Hạng Tự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tính điểm KPI hoạt động và phân hạng: Kim Cương, Vàng, Bạc minh bạch.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Ngành Nghề &amp; Xuất/Nhập Excel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12 nhóm ngành kinh tế, cấp quyền lợi ưu đãi và hỗ trợ import/export danh bạ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Wizard: Khởi Tạo, Sửa Sự Kiện, Diễn Giả, Vé Đa Tầng &amp; Xác Nhận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quản trị vòng đời sự kiện: Form thiết lập, timeline, diễn giả VIP, vé 0đ &amp; vé phụ thu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Event Wizard: Thiết lập thông tin, timeline, diễn giả, vé đa tầng &amp; danh sách đăng ký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Khởi Tạo &amp; Hiệu Chỉnh Sự Kiện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tiêu đề, mô tả, địa điểm, thời gian, banner chuẩn cinematic, tùy chỉnh nội dung bất kỳ lúc nào.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Timeline Chi Tiết &amp; Diễn Giả VIP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lịch trình từng phiên thảo luận, đính kèm hình ảnh và trích dẫn diễn giả C-Level.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Vé Đa Tầng &amp; Phụ Thu VietQR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VIP 0đ đặc quyền cho hội viên; Vé đối tác/khách mời phụ thu (1.500.000đ) qua VietQR tự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&amp; Xác Nhận Tham Gia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Tổ Chức duyệt/hủy đăng ký, xác nhận tham dự, gửi email thông báo mã vé và xuất báo cáo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Rạp Cinema Seating Map &amp; Xếp Chỗ VIP Gala Dinner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trí sơ đồ bàn tiệc trực quan, định vị chính xác chỗ ngồi danh dự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Phân bổ Bàn VIP Đoàn Chủ Tịch và đồng bộ số ghế chính xác vào Vé Điện Tử trên 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Sơ Đồ Khán Phòng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chân thực ma trận ghế ngồi và bàn tiệc: Bàn VIP Kim Cương, Bàn Đại biểu, Bàn Khách mời.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Xếp Chỗ Ngồi Danh Dự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đại biểu và khách VIP vào từng vị trí ghế ngồi cụ thể theo giao thức ngoại giao trang trọng.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Cập Nhật Lên Vé Trên App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số bàn và số ghế tự động hiển thị trên Vé điện tử thông minh trong điện thoại của hội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Ngừa Trùng Lặp Chỗ Ngồi 100%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khóa ghế đã được gán, đảm bảo không bao giờ xảy ra tình trạng xếp trùng vị trí.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Soát Vé Check-in QR Tốc Độ Cao &amp; Giám Sát Cửa (Xanh / Đỏ)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ra vào hội trường trong 1 giây, cảnh báo chống chụp ảnh màn hình gian lận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Tốc độ quét mã 1 giây/người, chống chụp màn hình gian lận &amp; âm thanh xác nhận tức thì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Vé QR Điện Tử Siêu Tốc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đầu đọc mã vạch chuyên dụng hoặc camera máy tính bảng quét vé QR từ App trong 1 giây.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Tin Đại Biểu Lễ Tân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ngay lập tức hiển thị họ tên, chức vụ, ảnh đại diện và vị trí số bàn tiệc để đón tiếp.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Chống Quét Lại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nổi bật và âm thanh cảnh báo nếu mã vé đã được quét trước đó, ngăn gian lận.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Tỷ Lệ Tham Dự Realtime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tức thời số lượng khách đã có mặt tại hội trường phục vụ công tác khai mạc đại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Cuộc Họp BQT, Phòng Họp Trực Tiếp / Online &amp; Điểm Danh QR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họp, phê duyệt BQT, bắn tin nhắn triệu tập &amp; số hóa biên bản họp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Lịch họp đồng bộ đa nền tảng (Sapphire Hub CEO 1983 / Zoom / Meet) &amp; điểm danh QR 1s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 &amp; Phòng Họp Đa Dạng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phòng họp trực tiếp (Sapphire Hub) hoặc online (Zoom, Google Meet), cấu hình thời gian.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BQT &amp; Bắn Triệu Tập Tự Động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 duyệt: Hệ thống tự động phát push và bắn tin nhắn hệ thống [CEO1983_SYSTEM] vào nhóm chat.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Thông Minh Bằng QR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thay đổi định kỳ tại cửa phòng họp, ghi nhận chính xác giây check-in của từng lãnh đạo.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Cuộc Họp &amp; Giao Việc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biên bản cuộc họp điện tử, giao việc trực tiếp cho các ban kèm deadline và theo dõi tiến độ.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Bầu Cử Đại Hội &amp; Biểu Quyết Tín Nhiệm Đại Biểu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công tác hiệp thương nhân sự, thiết lập kỳ bầu cử và kiểm phiếu tự động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Quản lý kỳ bầu cử BCH: Giám sát tỷ lệ biểu quyết, ứng viên đại biểu &amp; kết quả trực tiếp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Kỳ Bầu Cử &amp; Biểu Quyết Nhanh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tiêu đề kỳ họp, thời gian mở/đóng hòm phiếu điện tử và số lượng ứng viên tối đa.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Ứng Cử Viên Ban Chấp Hành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hồ sơ ứng viên, hình ảnh, chức vụ hiện tại và chương trình hành động để nghiên cứu.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Phiếu Tự Động &amp; Chống Gian Lận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mã hóa một chiều ngăn chặn bỏ phiếu hai lần, tự động tổng hợp số phiếu và tỷ lệ %.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Kiểm Phiếu Chuẩn Đại Hội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biên bản kiểm phiếu phục vụ Ban Kiểm Soát đại hội ký duyệt và lưu trữ văn kiện nhiệm kỳ.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Vòng Quay May Mắn Lucky Draw &amp; Trao Thưởng VinFast VF3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đêm Gala với cơ chế quay số ngẫu nhiên theo mã vé may mắn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Cơ cấu Giải đặc biệt VinFast VF3 - Quay số minh bạch, tìm người trúng giải &amp; thông báo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Cơ Cấu Giải Thưởng Hấp Dẫn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Giải Đặc Biệt (Ô tô VinFast VF3), Giải Nhất, Giải Nhì, Giải Ba kèm ảnh minh họa.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Ngẫu Nhiên Minh Bạch 100%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quay số ngẫu nhiên từ tập hợp mã vé đã check-in vào sự kiện, hiển thị số trên màn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Người Trúng Thưởng &amp; Mã Vé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hiển thị thông tin trúng thưởng (VD: Ngô Bảo Anh - Mã #2190) lên màn hình lớn.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Thông Báo Push Chúc Mừng Xuống App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bấm nút: Điện thoại người trúng nhận ngay tin nhắn chúc mừng lên sân khấu nhận giải.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Nhà Tài Trợ, Phân Bổ Gói Quyền Lợi Kim Cương/Vàng &amp; Đo ROI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thu tài trợ cho các kỳ đại hội, Caravan và Gala doanh nhân thường niên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Quản lý đối tác tài trợ đa tầng: Diamond, Platinum, Gold, Silver &amp; đo lường hiệu quả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Gói Tài Trợ Đa Cấp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các gói tài trợ: Kim Cương, Bạch Kim, Vàng, Bạc kèm định mức đóng góp và quyền lợi.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Vị Trí Hiển Thị Logo Nhận Diện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đẩy logo nhà tài trợ lên banner sự kiện, backdrop, vé điện tử QR và màn hình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Vé Mời Danh Dự Cho Nhà Tài Trợ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phân bổ số lượng vé VIP danh dự tại bàn VIP Kim Cương dành cho lãnh đạo đơn vị tài trợ.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Quyền Lợi &amp; Đo Lường ROI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tiếp cận logo, tương tác thương hiệu trên App và Web CRM để báo cáo đối tác.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Sàn Marketplace, Kiểm Duyệt Sản Phẩm Doanh Nghiệp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chất lượng và xuất xứ trước khi niêm yết chào hàng nội bộ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Gán nhãn Đã Kiểm Duyệt CLB CEO 1983 và kích hoạt ưu đãi đặc quyền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Kiểm Duyệt Sản Phẩm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bài đăng sản phẩm từ Mobile App hội viên, xem hình ảnh, thông số kỹ thuật và báo giá sỉ.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Chính Sách Ưu Đãi Nội Bộ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sản phẩm có chính sách chiết khấu thực chất dành riêng cho cộng đồng doanh nhân CEO 1983.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Xuất Bản Lên App Tức Thì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Duyệt: Sản phẩm ngay lập tức xuất hiện trên sàn giao dịch của toàn bộ hội viên trên di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&amp; Giám Sát Báo Giá B2B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hội viên gửi yêu cầu báo giá và lưu lượng tương tác giao thương giữa các bên.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Cơ Hội Giao Thương B2B &amp; Thống Kê Giá Trị Deals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dòng chảy giao thương, kết nối cung cầu và thúc đẩy hợp đồng kinh tế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Đo lường giá trị các Deal kinh doanh đã kết nối thành công phục vụ báo cáo hiệp hội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Toàn Diện Nhu Cầu Giao Thương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các đề xuất mua bán, tìm nhà cung ứng, mời gọi hợp tác đầu tư và phân phối hàng hóa.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Trạng Thái Kết Nối Deals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chính xác cơ hội nào đã được hội viên đón nhận (Claimed) và tiến độ ký kết hợp đồng.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quy mô kinh tế bằng tiền (Tỷ đồng) mà hệ sinh thái CEO 1983 đã tạo ra cho thành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Kết Nối Chéo Giữa Các Ban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Xúc tiến thương mại đóng vai trò điều phối, giới thiệu các đối tác tiềm năng phù hợp nhất.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Thu Hội Phí Thường Niên, Đối Soát VietQR &amp; Sổ Quỹ Thu Chi 3 Cấp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đối soát sao kê ngân hàng, gạch nợ hội phí không cần xử lý thủ công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Gạch nợ tự động qua VietQR, xuất phiếu thu điện tử và lưu trữ sổ quỹ kế toán minh bạch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 Theo Năm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theo dõi trạng thái: Đã thanh toán, Chưa nộp, Miễn giảm theo từng hội viên cụ thể.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Tự Động Qua Cổng VietQR 24/7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hội viên quét mã chuyển khoản trên App, hệ thống tự động gạch nợ và gia hạn thẻ số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Quỹ Thu Chi Duyệt 3 Cấp Nghiêm Ngặt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phiếu, Kế toán soát xét, BTV phê duyệt; ghi nhận minh bạch thu hội phí, tài trợ, quỹ từ thiện.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Kế Toán &amp; Phiếu Thu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 phiếu thu điện tử gửi về email hội viên và xuất file đối soát phục vụ ban kiểm soát.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Doanh Nghiệp Thành Viên &amp; Bản Đồ Chuỗi Cung Ứng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mạng lưới liên kết sản xuất và tiêu dùng nội bộ bền vững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Bản đồ năng lực chuỗi cung ứng: Kết nối sản xuất, phân phối và dịch vụ C-Level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Hồ Sơ Pháp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mã số thuế, địa chỉ trụ sở, người đại diện pháp luật và hồ sơ năng lực chi tiết của công ty.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Ngành Nghề Chuỗi Giá Trị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cụm ngành: Cơ khí sản xuất, Xây dựng hoàn thiện, F&amp;B, Logistics, Dịch vụ số.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Sử Dụng Sản Phẩm Chéo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 hội viên ưu tiên sử dụng vật tư, thiết bị và dịch vụ của nhau với chiết khấu nội bộ.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Tài Khoản Lãnh Đạo Với Công 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doanh nghiệp có thể có Chủ tịch và Tổng Giám Đốc cùng sinh hoạt với quyền hạn rõ ràng.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Trách RBAC &amp; Nhật Ký Kiểm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định quyền hạn rõ ràng, lưu vết bất biến toàn bộ thao tác vận hành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Nhật ký kiểm toán lưu vết IP, tài khoản thực hiện và thời gian chính xác của mọi thao tác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Môn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BTV, BTK, Ban Sự kiện, Ban Tài chính, Ban Hội viên, Ban Truyền thông theo đúng thẩm quyền.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Kiểm Toán An Ninh Bất Biến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sử: Ai đã phê duyệt hội viên, ai đã sửa số liệu sổ quỹ, ai đã xuất file danh bạ.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Hạ Tầng Chuẩn SSL/HTTPS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dữ liệu truyền tải giữa Web CRM, App Mobile và CSDL đều được mã hóa tuyệt đối.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Sao Lưu Định Kỳ Tự Động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sao lưu dự phòng CSDL hàng ngày, đảm bảo khả năng phục hồi nguyên vẹn khi cần thiết.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 &amp; Hiệu Quả Đột Phá Cho Ban Lãnh Đạo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lực, bảo vệ dữ liệu và nâng cao năng lực quản trị hiệp hội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90% Thời Gian Thủ Công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hoàn toàn việc tiếp nhận hồ sơ, gửi email mật khẩu, xuất danh sách đại biểu và gạch nợ hội phí.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Tài Chính Tuyệt Đối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dòng tiền thu chi đều được đối soát khớp lệnh qua mã VietQR và lưu vết trong sổ quỹ điện tử.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Dữ Liệu Bất Biến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danh bạ hội viên, kỷ yếu sự kiện và lịch sử giao thương được lưu trữ trên hạ tầng bảo mật.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&amp; Sẵn Sàng 99.9%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máy chủ hiệu năng cao, phản hồi dưới 100ms và cơ chế tự động khôi phục sự cố thông suốt.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TƯƠNG LAI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Nâng Cấp Hệ Thống CRM Quản Trị Giai Đoạn 2026 - 2028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Trí tuệ nhân tạo và mở rộng liên minh giao thương hiệp hội toàn quốc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(ĐÃ HOÀN THÀNH)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Nền Tảng Quản Trị Số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100% hồ sơ hội viên, tự động hóa duyệt tài khoản, sơ đồ khán phòng VIP, cổng soát vé QR 1s và VietQR.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(QUÝ 3 - QUÝ 4/2026)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Matching &amp; Trợ Lý 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AI tự động gợi ý kết nối cung - cầu giữa các doanh nghiệp theo lĩnh vực; AI tóm tắt biên bản họp BCH.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 (NĂM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Tích Dữ Liệu Lớn (BI)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thông minh dự báo xu hướng dòng tiền quỹ hội, đo lường chỉ số gắn kết của từng thành viên.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 (NĂM 2028)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0684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Minh Số Hiệp Hội Toàn Quốc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liên kết cơ sở dữ liệu với Hội Doanh Nhân Trẻ các tỉnh thành và các tổ chức xúc tiến quốc tế.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NĂNG LỰC QUẢN TRỊ SỐ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CAM KẾT CHẤT LƯỢNG HỆ THỐNG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số hóa toàn diện vì sự phát triển bền vững của CLB Doanh Nhân CEO 1983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&amp; Bảo Mật Tuyệt Đối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máy chủ chuyên dụng, phân quyền 6 ban nghiêm ngặt, dữ liệu được bảo vệ an toàn và bảo mật 100%.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Vận Hành Toàn Diện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tiếp nhận hồ sơ, gạch nợ hội phí VietQR, soát vé QR tại chỗ đến báo cáo kiểm phiếu đại hội đều tự động.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Tương Lai Số Hóa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mở rộng không giới hạn, sẵn sàng kết nối API với các hệ thống tài chính, thuế và sàn giao thương.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Ban Lãnh Đạo Sức Khỏe, Hạnh Phúc &amp; Điều Hành Hiệp Hội Thành Công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"GẮN KẾT CHÂN TÌNH · HỢP TÁC TIN CẬY · PHÁT TRIỂN THỊNH VƯỢNG"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HỆ THỐNG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Quản Trị Trực Tuyến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vận hành trên nền tảng Web bảo mật cao, tương thích mọi trình duyệt và máy trạm.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Kỹ Thuật 24/7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giải đáp thắc mắc, hướng dẫn thao tác phân quyền, duyệt hồ sơ và xử lý sự cố.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 KÝ CLB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Thường Trực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Doanh Nhân Trẻ Hà Nội (HanoiBA) - Câu Lạc Bộ Doanh Nhân CEO 1983.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Hệ Thống CRM Quản Trị &amp; Vận Hành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2026-10-04T10:27:24Z</dcterms:created>
  <dcterms:modified xsi:type="dcterms:W3CDTF">2026-10-04T10:27:24Z</dcterms:modified>
</cp:coreProperties>
</file>