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ownload\VICONNECT\CEO_VIONE_PROJECT\ceo1983_project\document\images\backgrounds\01_skyline_lak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F54">
              <a:alpha val="78000"/>
            </a:srgbClr>
          </a:solidFill>
          <a:ln w="25400">
            <a:solidFill>
              <a:srgbClr val="00D2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31520" y="822960"/>
            <a:ext cx="6949440" cy="5212080"/>
          </a:xfrm>
          <a:prstGeom prst="roundRect">
            <a:avLst>
              <a:gd name="adj" fmla="val 3158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05840" y="1051560"/>
            <a:ext cx="4572000" cy="320040"/>
          </a:xfrm>
          <a:prstGeom prst="roundRect">
            <a:avLst>
              <a:gd name="adj" fmla="val 22857"/>
            </a:avLst>
          </a:prstGeom>
          <a:solidFill>
            <a:srgbClr val="003B95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1051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CLB DOANH NHÂN CEO 1983 (HANOIBA)  ·  VICONNECT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05840" y="146304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TIẾP THU Ý KIẾN HỌP &amp;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PHƯƠNG ÁN NÂNG CẤP HỆ THỐNG CEO 1983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05840" y="28346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giản hóa ứng dụng cho hội viên dễ dùng thường xuyên · Biến dữ liệu thành công cụ quản trị sắc bén cho Ban Điều Hành.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Toàn bộ 15 hạng mục Đợt 1 cam kết hoàn thành trước 05/11/2026.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05840" y="3794760"/>
            <a:ext cx="6400800" cy="146304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88720" y="393192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Căn cứ cuộc họp Ban Điều Hành: Ngày 21/10/2026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Đơn vị chủ trì: CLB Doanh Nhân CEO 1983 (HanoiBA)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Đơn vị công nghệ: Tập đoàn ViConnect (Ngày lập: 23/10/2026)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Cam kết đồng hành vì sự phát triển bền vững của cộng đồng doanh nhân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05840" y="5440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 Nội, ngày 23 tháng 10 năm 2026  ·  Đơn vị thực hiện: ViConnect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955280" y="822960"/>
            <a:ext cx="3474720" cy="521208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25400">
            <a:solidFill>
              <a:srgbClr val="00D2FF"/>
            </a:solidFill>
            <a:prstDash val="solid"/>
          </a:ln>
        </p:spPr>
      </p:sp>
      <p:pic>
        <p:nvPicPr>
          <p:cNvPr id="13" name="Image 1" descr="D:\download\VICONNECT\CEO_VIONE_PROJECT\ceo1983_project\document\images\image1_invitation_pos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896112"/>
            <a:ext cx="3328416" cy="50657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QUAN ĐỐI SOÁT &amp; CAM KẾT TIẾN ĐỘ ĐỢT 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chiến lược: "Đơn giản hóa để hội viên dùng thường xuyên - Biến dữ liệu thành công cụ quản trị sắc bén cho BĐH"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63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ĐÃ SẴN SÀNG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HẠNG MỤC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chủ tinh gọn &amp; Bảo mật thẻ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32588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463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ĐANG TRIỂN KHAI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17830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HẠNG MỤC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0" y="23774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 kết bàn giao trước 05/11/2026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32588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463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KẾ HOẠCH TIẾP THEO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17830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HẠNG MỤC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9600" y="23774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Zalo OA / VNPAY &amp; CSDL (trước 10/11)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246120"/>
            <a:ext cx="10725912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42900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SOÁT NGƯỜI GÓP Ý &amp; TINH THẦN TIẾP THU TỪ VICONNECT: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05840" y="3794760"/>
            <a:ext cx="10149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Anh Thành (Phó Tổng Thư ký): Giới hạn 5 sản phẩm/DN trên sàn B2B, bộ lọc ngành nghề mua/bán, cơ chế voucher tri ân.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Anh Tuấn (Phó Chủ tịch): Rút gọn trang chủ quanh 4 chức năng chính, tách đặc quyền thành gian hàng số triển lãm.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Chị Phương (Phó ban Hội viên): Phân định cơ hội &amp; kết nối đo doanh thu, chỉ số tích cực/trầm lắng, báo cáo tài chính/phí.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Chị Dung (Phó Chánh Văn phòng): Tái cấu trúc trang cá nhân tổng hợp toàn bộ lịch sử tham gia sự kiện, cơ hội và kết nối.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A: GIAO DIỆN &amp; THẺ HỘI VIÊN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giản hóa trải nghiệm, tập trung giá trị cốt lõi &amp; bảo mật danh tính doanh nhân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259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356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Trang chủ ứng dụng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98080" y="1435608"/>
            <a:ext cx="3749040" cy="292608"/>
          </a:xfrm>
          <a:prstGeom prst="roundRect">
            <a:avLst>
              <a:gd name="adj" fmla="val 15625"/>
            </a:avLst>
          </a:prstGeom>
          <a:solidFill>
            <a:srgbClr val="D1FAE5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14356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ĐÃ SẴN SÀNG (Nền tảng sẵn có (Đợt 1))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80136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Trang chủ có 8 ô tính năng nhanh, dàn trải, gây ngợp khi sử dụng.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20370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Rút gọn 4 tính năng cốt lõi (Sự kiện, Danh bạ, Cơ hội, Mạng lưới) + Cho phép tự chọn phím tắt cá nhân hóa.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880360"/>
            <a:ext cx="107259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9008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Thẻ hội viên thông minh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498080" y="2990088"/>
            <a:ext cx="3749040" cy="292608"/>
          </a:xfrm>
          <a:prstGeom prst="roundRect">
            <a:avLst>
              <a:gd name="adj" fmla="val 15625"/>
            </a:avLst>
          </a:prstGeom>
          <a:solidFill>
            <a:srgbClr val="D1FAE5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29900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ĐÃ SẴN SÀNG (Nền tảng sẵn có (Đợt 1))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335584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Chưa có tùy chọn ẩn/hiện email, số điện thoại để bảo vệ quyền riêng tư.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375818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Bổ sung công tắc Ẩn/Hiện SĐT &amp; Email độc lập; tự động gắn huy hiệu xác thực bảo mật khi chia sẻ đối ngoại.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434840"/>
            <a:ext cx="107259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5445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Đặc quyền &amp; Gian hàng số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498080" y="4544568"/>
            <a:ext cx="3749040" cy="292608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45445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ĐANG TRIỂN KHAI (Hoàn thiện trước 05/11/2026)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49103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Đang nằm chung tính năng nhanh, chưa có không gian quyền lợi và gian hàng riêng.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531266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Tách phân hệ Đặc Quyền chuyên biệt + Xây dựng "Gian Hàng Doanh Nghiệp Số" độc quyền (5 sản phẩm tiêu biểu / MST).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B: XÚC TIẾN THƯƠNG MẠI B2B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hóa hạn mức, phân luồng giao thương 2 chiều &amp; ghi nhận doanh số thực tế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72591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533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Hạn mức Sàn B2B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98080" y="1353312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13533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ĐANG TRIỂN KHAI (Hoàn thiện trước 05/11/2026)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Chưa giới hạn sản phẩm mỗi doanh nghiệp, nguy cơ spam và quá tải hạ tầng.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956816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Áp dụng hạn mức chuẩn tối đa 5 sản phẩm/doanh nghiệp; tối ưu 80% hạ tầng lưu trữ với công nghệ nén ảnh WebP.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487168"/>
            <a:ext cx="1072591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5603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Bộ lọc Cơ hội hợp tác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98080" y="2560320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25603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ĐANG TRIỂN KHAI (Hoàn thiện trước 05/11/2026)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2852928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Khó tìm đúng đối tác theo ngành nghề; thông tin cơ hội dàn trải.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3163824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Phân luồng 2 chiều (🛒 Cần Mua / 📦 Cần Bán) + Tích hợp bộ lọc 10 ngành nghề trọng điểm HanoiBA.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694176"/>
            <a:ext cx="1072591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7673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Giới thiệu hội viên (Voucher)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98080" y="3767328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37673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ĐANG TRIỂN KHAI (Hoàn thiện trước 05/11/2026)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4400" y="4059936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Chưa có cơ chế giới thiệu văn minh; mục quảng cáo menu CRM chưa phù hợp.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37083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Cấp mã mời / QR định danh riêng; tặng Voucher đặc quyền VIP khi giới thiệu thành công (tuyệt đối không làm affiliate).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4901184"/>
            <a:ext cx="1072591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97433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Ghi nhận doanh số B2B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498080" y="4974336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49743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ĐANG TRIỂN KHAI (Hoàn thiện trước 05/11/2026)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14400" y="5266944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Chưa tách Cơ hội với Kết nối có doanh thu; chưa đo được hiệu quả giao thương.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Tách quy trình 2 bước (Cơ hội -&gt; Kết nối 1-1); xác thực hợp đồng chéo 2 bên để đo lường chính xác dòng tiền CLB.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C: SỰ KIỆN &amp; SINH HOẠT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 điện tử tự động đa kênh, Check-in gắn lợi ích &amp; phễu Onboarding chuyên nghiệp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259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356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Vé điện tử &amp; Thanh toán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98080" y="1435608"/>
            <a:ext cx="3749040" cy="292608"/>
          </a:xfrm>
          <a:prstGeom prst="roundRect">
            <a:avLst>
              <a:gd name="adj" fmla="val 15625"/>
            </a:avLst>
          </a:prstGeom>
          <a:solidFill>
            <a:srgbClr val="DBEAFE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14356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KẾ HOẠCH TIẾP THEO (Phối hợp kết nối trước 10/11/2026)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80136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Vé chỉ gửi qua email dễ rơi spam; chưa kết nối Zalo OA và VNPAY.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20370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Vé QR gắn mã chống spam + Tự động gửi thông báo vé qua Zalo OA (ZNS) + Sẵn sàng tích hợp cổng VietQR &amp; VNPAY.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880360"/>
            <a:ext cx="107259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9008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Check-in gắn 2 dòng lợi ích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498080" y="2990088"/>
            <a:ext cx="3749040" cy="292608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29900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ĐANG TRIỂN KHAI (Hoàn thiện trước 05/11/2026)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335584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Quét check-in chưa tạo động lực và giá trị thiết thực cho hội viên tham dự.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375818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Dòng 1: Mở khóa danh bạ hội trường để kết nối tức thì; Dòng 2: Tích điểm chuyên cần &amp; Quay số may mắn Lucky Draw.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434840"/>
            <a:ext cx="107259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5445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Lịch họp &amp; Phễu Onboarding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498080" y="4544568"/>
            <a:ext cx="3749040" cy="292608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45445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ĐANG TRIỂN KHAI (Hoàn thiện trước 05/11/2026)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49103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Lịch họp thiếu thống kê; chưa có điều kiện họp định hướng trước khi vào CLB.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531266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Số hóa quản trị lịch họp các ban kèm link/QR điểm danh; buộc tham gia buổi đào tạo định hướng mới phê duyệt hội viên.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D: QUẢN TRỊ CRM &amp; BÁO CÁO ĐIỀU HÀNH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số sức khỏe hội viên, cảnh báo trầm lắng, quản lý niên liễm VietQR &amp; xuất báo cáo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72591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533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Chuẩn hóa CSDL hội viên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98080" y="1353312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13533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KẾ HOẠCH TIẾP THEO (Hỗ trợ nạp CSDL trước 10/11/2026)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Dữ liệu thành viên và ngày sinh chưa cập nhật đầy đủ, khó chăm sóc.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956816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Công cụ Import Excel đối soát lỗi tự động; gửi nhắc cập nhật ngày sinh nhận quà; ViConnect hỗ trợ làm sạch trong 24h.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487168"/>
            <a:ext cx="1072591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5603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Chỉ số sức khỏe &amp; Cảnh báo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98080" y="2560320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25603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ĐANG TRIỂN KHAI (Hoàn thiện trước 05/11/2026)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2852928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Dashboard thiếu chỉ số tích cực theo người/ban; chưa cảnh báo hội viên trầm lắng.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3163824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Đồ thị Bar &amp; Line tăng/giảm, bục vinh danh Top 3 gọn 1 hàng; tự động gắn cờ hội viên ít tương tác để BĐH chăm sóc.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694176"/>
            <a:ext cx="1072591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7673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Quản lý hội phí VietQR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98080" y="3767328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37673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ĐANG TRIỂN KHAI (Hoàn thiện trước 05/11/2026)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4400" y="4059936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Chưa có báo cáo thu phí và cơ chế nhắc phí định kỳ đa kênh.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37083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Theo dõi niên độ 365 ngày (Hiệu lực / Sắp hạn / Nợ phí); tạo thông báo gắn VietQR động khớp tiền tự động; sẵn sàng nhắc Zalo.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4901184"/>
            <a:ext cx="1072591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97433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Bộ Báo cáo Tháng/Quý/Năm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498080" y="4974336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49743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ĐANG TRIỂN KHAI (Hoàn thiện trước 05/11/2026)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14400" y="5266944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Chưa có mẫu báo cáo chuẩn kỳ phục vụ họp Ban Điều Hành.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Mẫu báo cáo điều hành 4 trụ cột (Tài chính, Tích cực, Giao thương, Hội viên mới) xuất bản in A4 và file Excel tức thì.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E: TRANG CÁ NHÂN HỘI VIÊN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Dòng thời gian hoạt động &amp; danh thiếp số doanh nhân tích hợp 1 chạm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72591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385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 Trang cá nhân &amp; Lịch sử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98080" y="1938528"/>
            <a:ext cx="3749040" cy="292608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19385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ĐANG TRIỂN KHAI (Hoàn thiện trước 05/11/2026)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30428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CLB: Chưa có trang tổng hợp quá trình tham gia sự kiện và kết nối giao thương.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70662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Giải pháp ViConnect: Tái cấu trúc hồ sơ số sang trọng; xây dựng Dòng Thời Gian Hoạt Động (Timeline sự kiện, cơ hội, hợp đồng và kết nối 1-1).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ownload\VICONNECT\CEO_VIONE_PROJECT\ceo1983_project\document\images\backgrounds\01_skyline_lak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F54">
              <a:alpha val="82000"/>
            </a:srgbClr>
          </a:solidFill>
          <a:ln w="25400">
            <a:solidFill>
              <a:srgbClr val="00D2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82296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 KẾT TIẾN ĐỘ &amp; THÔNG ĐIỆP ĐỒNG HÀNH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31520" y="14630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LỘ TRÌNH TRIỂN KHAI ĐỢT 1: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1920240"/>
            <a:ext cx="1072591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Giai đoạn 1 (Hiện tại): Hoàn tất 02 hạng mục cốt lõi (Trang chủ 4 chức năng, Bảo mật thẻ hội viên).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Giai đoạn 2 (Trước 05/11/2026): Nghiệm thu 11 hạng mục tính năng đang hoàn thiện (Sàn B2B, Kết nối 1-1, Check-in, Báo cáo CRM).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Giai đoạn 3 (Trước 10/11/2026): Phối hợp Ban Thư Ký nạp chuẩn hóa CSDL hội viên &amp; kết nối Zalo OA, VNPAY Merchant.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4206240"/>
            <a:ext cx="10725912" cy="1920240"/>
          </a:xfrm>
          <a:prstGeom prst="roundRect">
            <a:avLst>
              <a:gd name="adj" fmla="val 4762"/>
            </a:avLst>
          </a:prstGeom>
          <a:solidFill>
            <a:srgbClr val="2A4365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438912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"Kính mời các Anh/Chị trong Ban Điều Hành xem xét Báo cáo tóm lược đính kèm và cho ý kiến chỉ đạo để ViConnect phối hợp triển khai đạt hiệu quả cao nhất phục vụ Hiệp hội. Trân trọng cảm ơn và kính chúc các Anh/Chị luôn dồi dào sức khỏe!"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05840" y="557784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VỊ PHÁT TRIỂN CÔNG NGHỆ VICONNECT   ·   HÀ NỘI, 23/10/2026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Phương Án Xử Lý &amp; Cam Kết Tiến Độ CEO 1983 - ViConnect</dc:title>
  <dc:subject>PptxGenJS Presentation</dc:subject>
  <dc:creator>PptxGenJS</dc:creator>
  <cp:lastModifiedBy>PptxGenJS</cp:lastModifiedBy>
  <cp:revision>1</cp:revision>
  <dcterms:created xsi:type="dcterms:W3CDTF">2026-10-23T05:07:38Z</dcterms:created>
  <dcterms:modified xsi:type="dcterms:W3CDTF">2026-10-23T05:07:38Z</dcterms:modified>
</cp:coreProperties>
</file>