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QUẢN TRỊ &amp; ĐIỀU HÀNH HIỆP HỘI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WEB CRM CEO 1983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quy trình vận hành · Minh bạch tài chính · Tối ưu hiệu suất lãnh đạo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CLB Doanh Nhân CEO 1983 · Trực thuộc Hội Doanh Nhân Trẻ Hà Nội (HanoiBA)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Thách Thức Quản Trị &amp; Giải Pháp Số Hóa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đổi từ mô hình quản lý phân tán sang nền tảng tập trung duy nhất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Thủ Công Trước Đây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hội viên lưu file rời rạc, khó đối soát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Thất thoát và chậm trễ thu hội phí thường niên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chỗ ngồi Gala nhầm lẫn, mất thời gian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 lỏng lẻo, rủi ro bảo mật thông tin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CRM CEO 1983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doanh nghiệp 360° chính danh, chuẩn hóa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sinh mã VietQR Napas 247, gạch nợ tức thì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xếp chỗ Cinema Map &amp; Soát vé QR 0.1s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phân quyền Sticky 2 cột cho 10 vai trò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Quả Vận Hành Đo Lường Bằng Số Liệu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chỉ số ấn tượng khẳng định năng lực quản trị vượt bậc của hệ sinh thái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Nghiệp Hội Viên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Thẩm định pháp lý chính danh 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Tự Động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Gạch nợ hội phí tức thời qua VietQR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Soát Vé QR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sự kiện không chạm qua camera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Sót Xếp Chỗ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Khán phòng trực quan Cinema Seating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Hội Viên &amp; Hồ Sơ Doanh Nghiệp 360°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lưu trữ và thẩm định năng lực thành viên tin cậy bậc nhất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pháp lý đầy đủ: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số thuế, giấy phép ĐKKD, ban chuyên môn và nhiệm kỳ.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chính ngạch: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xét duyệt hội viên 3 cấp (Thư ký -&gt; Trưởng ban -&gt; Ban Điều Hành).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ngành nghề: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thẻ lĩnh vực B2B giúp gợi ý giao thương trúng đích.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hoạt động: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điểm chuyên cần, sự kiện tham gia và đóng góp phong trào.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Xếp Chỗ Rạp Phim (Cinema Seating Studio)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Đột phá tổ chức sự kiện: Phân khu bàn ghế thông minh không nhầm lẫn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sân khấu thực tế: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Screen trung tâm và lưới hàng ghế A, B, C, D trực quan.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khu màu sắc chuyên nghiệp: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VIP Lãnh đạo (Vàng), Ban Chấp Hành (Xanh), Hội viên (Ngọc).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chỗ 1 chạm: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chọn đại biểu để xếp ghế; tự động khóa ghế chống trùng lặp.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 tiếp chuẩn xác: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Lễ tân quét vé thấy ngay số ghế để dẫn khách về đúng vị trí.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Soát Vé QR Gatekeeper &amp; Standee Zalo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 tiếp đại biểu thần tốc, linh hoạt cho cả hội viên và khách mời ngoài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Soát vé QR 0.1 giây: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diện tức thì qua camera máy tính bảng/điện thoại lễ tân.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Standee Zalo sảnh chờ: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QR công khai cho khách ngoài quét Zalo mở ngay form đăng ký.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may mắn Lucky Draw: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cấp số bốc thăm trúng thưởng (#8388) dập nổi trên vé.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Email tự động: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vé điện tử E-Ticket tức thì qua hộp thư của đại biểu.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Tài Chính &amp; Đối Soát Hội Phí VietQR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từng đồng thu chi, gạch nợ tự động không cần kế toán kiểm đếm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VietQR động Napas 247: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Nhúng sẵn số tiền và cú pháp hóa đơn, quét là chuyển tiền chuẩn 100%.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Gạch nợ tức thời: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động kích hoạt trạng thái hội viên ngay khi tiền về tài khoản.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Sổ quỹ thu chi minh bạch: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quỹ hoạt động, tài trợ sự kiện và giải ngân chi tiết.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báo cáo tài chính: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xuất báo cáo kế toán chuẩn mực phục vụ đại hội thường niên.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Phân Quyền Sticky 2 Cột (Advanced RBAC)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an toàn thông tin tuyệt đối với 10 vai trò trên 11 module chức năng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Vai trò hành chính: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tịch, Phó Chủ tịch, Tổng thư ký, Trưởng ban, Kế toán, Hội viên...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Sticky chống trôi: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Cố định cột Vai trò và Nhóm quyền khi cuộn ngang dọc tiện lợi.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phân quyền tức thì: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quyền mới ngay lập tức mà không cần đăng nhập lại.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Nhật ký kiểm toán (Audit Log):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vết 100% thao tác sửa đổi dữ liệu bảo vệ hệ thống.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Hành Công Việc Kanban &amp; Biểu Quyết Số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việc minh bạch theo ban chuyên môn và bỏ phiếu đại hội bảo mật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Việc Phân Ban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tịch/Trưởng ban tạo task, gán người phụ trách và hạn chót.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Tiến Độ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thả thẻ Kanban, cập nhật % hoàn thành và đính kèm hồ sơ.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Phiên Biểu Quyết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Thư Ký thiết lập câu hỏi bầu cử và danh sách cử tri hợp lệ.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Phiếu &amp; Xuất Kết Quả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phiếu điện tử mã hóa, công bố tỷ lệ % chuẩn xác theo thời gian thực.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VẬN HÀNH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BỀN VỮNG · DẪN ĐẦU KỶ NGUYÊN SỐ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phục vụ toàn diện công tác điều hành của Ban Lãnh Đạo CLB CEO 1983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Hạ tầng Cloud ổn định 99.9% uptime, sao lưu dữ liệu tự động hàng ngày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80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Đội ngũ kỹ sư ViConnect đồng hành hỗ trợ kỹ thuật và đào tạo 24/7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530352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Bảo mật tuyệt đối thông tin danh bạ và bí mật kinh doanh doanh nghiệp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CLB Doanh Nhân CEO 1983 -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Web CRM CLB CEO 1983</dc:title>
  <dc:subject>PptxGenJS Presentation</dc:subject>
  <dc:creator>PptxGenJS</dc:creator>
  <cp:lastModifiedBy>PptxGenJS</cp:lastModifiedBy>
  <cp:revision>1</cp:revision>
  <dcterms:created xsi:type="dcterms:W3CDTF">2026-10-15T10:23:41Z</dcterms:created>
  <dcterms:modified xsi:type="dcterms:W3CDTF">2026-10-15T10:23:41Z</dcterms:modified>
</cp:coreProperties>
</file>