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TỔNG THỂ HỆ SINH THÁI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CHUYỂN ĐỔI SỐ KÉP CEO 1983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Đồng bộ toàn diện Web CRM Quản trị &amp; Mobile App Hội viên · Kiến tạo tương lai HanoiBA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4754880"/>
            <a:ext cx="3657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CLB Doanh Nhân CEO 1983 · Trực thuộc Hội Doanh Nhân Trẻ Hà Nội (HanoiBA)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Bối Cảnh &amp; Tầm Nhìn Chuyển Đổi Số Hiệp Hội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Liên kết 500+ doanh nhân Quý Hợi 1983 thành khối liên minh kinh tế hùng mạnh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01168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7360" y="19659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Tập hợp tinh hoa thế hệ 1983: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37360" y="242316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tụ các nhà sáng lập, CEO đang bước vào độ chín của sự nghiệp.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01168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69480" y="19659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Tiên phong chuyển đổi số: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69480" y="242316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mô hình hiệp hội doanh nhân số kiểu mẫu đầu tiên tại Việt Nam.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97764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425196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37360" y="42062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Liên minh kinh tế thực chiến: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37360" y="466344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Hợp tác phát triển kinh doanh bền vững, tương trợ và đồng hành lâu dài.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25196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69480" y="42062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Đồng bộ dữ liệu thời gian thực: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69480" y="466344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nối thông suốt giữa Ban Chấp Hành và từng hội viên thành viên.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1520" y="6263640"/>
            <a:ext cx="1069848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Doanh Nhân CLB CEO 1983 · ViConnect Technology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Kép: Web CRM &amp; Mobile App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bánh đà công nghệ tương hỗ tạo nên sức mạnh vận hành vượt trội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1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Cổng Quản Trị Web CRM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8813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Dành cho Ban Điều Hành, Ban Thư Ký &amp; Trưởng Ban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8813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dữ liệu hội viên, phân ban và nhiệm kỳ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8813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Sơ đồ xếp chỗ Cinema Map &amp; Soát vé Gatekeeper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8813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 toán đối soát VietQR và báo cáo thu chi minh bạch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8813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 trận phân quyền Sticky 2 cột cho 10 vai trò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ECFDF5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Ứng Dụng Di Động Mobile App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246888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Dành cho 500+ Doanh nhân hội viên chính danh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Thẻ VIP điện tử mạ vàng &amp; QR vCard lưu danh bạ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Sàn B2B niêm yết sản phẩm ưu đãi nội bộ đặc quyền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vé E-ticket sự kiện kèm số ghế và Lucky Draw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Đàm thoại nội bộ bảo mật và Trợ lý Voice AI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6263640"/>
            <a:ext cx="1069848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Doanh Nhân CLB CEO 1983 · ViConnect Technology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Trụ Cột Giá Trị Cốt Lõi Của Hệ Sinh Thái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Hiện đại hóa toàn bộ các hoạt động thường nhật của hiệp hội doanh nhân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468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774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HỘI VIÊN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2918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Hóa Hồ Sơ 360°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Thẩm định minh bạch, thẻ VIP định danh độc bản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2011680"/>
            <a:ext cx="2468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3774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THƯƠNG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657600" y="32918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Sàn B2B &amp; Hẹn 1-on-1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393192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Khớp nối cung cầu thực chiến không trung gian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2468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3774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SỰ KIỆN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32918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Cinema Map &amp; Lucky Draw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393192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Xếp chỗ rạp phim, soát vé QR 0.1s tốc độ cao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61120" y="2011680"/>
            <a:ext cx="2468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0" y="23774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 CHÍNH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0" y="32918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VietQR Napas 247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0" y="393192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Gạch nợ tức thời, sổ quỹ công khai minh bạch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6263640"/>
            <a:ext cx="1069848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Doanh Nhân CLB CEO 1983 · ViConnect Technology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Trụ Cột 1: Quản Trị Trung Ương Trên Web CRM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cụ đắc lực giúp Ban Lãnh Đạo điều hành khoa học, tiết kiệm 85% thời gian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01168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7360" y="19659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tổng quan trực quan: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37360" y="242316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Nắm bắt biến động hội viên, tiến độ công việc và số dư tài chính.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01168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69480" y="19659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trị hồ sơ doanh nghiệp: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69480" y="242316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trữ hợp đồng, giấy phép kinh doanh và lịch sử đóng góp.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97764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425196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37360" y="42062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việc phân ban Kanban: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37360" y="466344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nhiệm vụ, đính kèm file tài liệu và theo dõi deadline sát sao.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25196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69480" y="42062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Biểu quyết điện tử đại hội: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69480" y="466344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phiếu bầu tín nhiệm, kiểm phiếu tự động chuẩn xác 100%.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1520" y="6263640"/>
            <a:ext cx="1069848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Doanh Nhân CLB CEO 1983 · ViConnect Technology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Trụ Cột 2: Văn Phòng Bỏ Túi Trên Mobile App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Đồng hành cùng doanh nhân mọi lúc mọi nơi trên chiếc điện thoại thông minh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01168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7360" y="19659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Thẻ Hội Viên VIP mạ vàng: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37360" y="242316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hào xuất trình thẻ số định danh tại các diễn đàn kinh tế lớn.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01168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69480" y="19659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Chia sẻ danh thiếp không giới hạn: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69480" y="242316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Quét mã QR là đối tác lưu ngay danh bạ mà không cần cài app.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97764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425196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37360" y="42062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Nhận chỉ đạo tức thời: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37360" y="466344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báo nhiệm vụ khẩn và văn bản nội bộ gửi thẳng về điện thoại.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25196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69480" y="42062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Trợ lý Voice AI tiếng Việt: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69480" y="466344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Điều khiển bằng giọng nói thông minh, tra cứu dữ liệu trong chớp mắt.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1520" y="6263640"/>
            <a:ext cx="1069848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Doanh Nhân CLB CEO 1983 · ViConnect Technology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Trải Nghiệm Sự Kiện Toàn Diện (End-to-End)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Khép kín từ khâu truyền thông, đăng ký, xếp chỗ đến soát vé và bốc thăm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468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286000"/>
            <a:ext cx="731520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3200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Quét Standee Zalo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93192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Khách ngoài quét mã tại sảnh để điền form đăng ký tham dự.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468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49040" y="2286000"/>
            <a:ext cx="731520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49040" y="3200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Nhận Vé &amp; Lucky Draw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49040" y="393192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sinh mã vé E-Ticket, mã số may mắn (#8388) và gửi email.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011680"/>
            <a:ext cx="2468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286000"/>
            <a:ext cx="731520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3200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Xếp Ghế Cinema Map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393192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 Tổ Chức định vị hàng ghế VIP và số chỗ ngồi trên sơ đồ trực quan.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61120" y="2011680"/>
            <a:ext cx="2468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2286000"/>
            <a:ext cx="731520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923544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35440" y="3200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Soát Vé Gatekeeper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35440" y="393192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Lễ tân quét mã QR trong 0.1s, màn hình hiện số ghế để đón tiếp chu đáo.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6263640"/>
            <a:ext cx="1069848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Doanh Nhân CLB CEO 1983 · ViConnect Technology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 Trình Khớp Nối Giao Thương B2B Thực Chiến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Biến mối quan hệ đồng niên thành cơ hội kinh doanh sinh lời bền vững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468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286000"/>
            <a:ext cx="731520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3200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Gian Hàng B2B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93192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Doanh nghiệp niêm yết sản phẩm kèm chính sách chiết khấu ưu đãi.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468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49040" y="2286000"/>
            <a:ext cx="731520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49040" y="3200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Khám Phá Nhu Cầu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49040" y="393192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Hội viên lọc tìm kiếm theo ngành hàng cần mua sắm hoặc hợp tác.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011680"/>
            <a:ext cx="2468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286000"/>
            <a:ext cx="731520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3200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Đặt Lịch Hẹn 1-on-1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393192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Gửi lời mời cà phê giao thương, đồng bộ tự động vào lịch điện thoại.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61120" y="2011680"/>
            <a:ext cx="2468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2286000"/>
            <a:ext cx="731520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923544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35440" y="3200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Ký Kết &amp; Báo Doanh Thu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35440" y="393192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dịch thành công, ghi nhận thành tích thi đua cho ban chuyên môn.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6263640"/>
            <a:ext cx="1069848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Doanh Nhân CLB CEO 1983 · ViConnect Technology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Động Hóa Kế Toán &amp; Minh Bạch Tài Chính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Chuẩn hóa quy trình thu hội phí và kiểm soát dòng tiền hiệp hội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01168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7360" y="19659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Sinh mã VietQR Napas 247: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37360" y="242316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Mã QR thanh toán chứa sẵn số tiền và nội dung hóa đơn tự động.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01168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69480" y="19659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Gạch nợ tức thời 24/7: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69480" y="242316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ngân hàng thông báo là hệ thống tự động duyệt trạng thái hoàn tất.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97764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425196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37360" y="42062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thu chi công khai: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37360" y="466344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tài chính rõ ràng từng khoản mục thu chi, tài trợ sự kiện.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25196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69480" y="42062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Nhắc phí lịch thiệp: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69480" y="466344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gửi thông báo nhắc gia hạn tự động tới email và app hội viên.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1520" y="6263640"/>
            <a:ext cx="1069848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Doanh Nhân CLB CEO 1983 · ViConnect Technology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Hạ Tầng Công Nghệ Đỉnh Cao &amp; An Toàn Bảo Mật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Nền tảng kiến trúc hiện đại đáp ứng quy mô mở rộng hàng ngàn doanh nghiệp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01168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7360" y="19659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hiện đại: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37360" y="242316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NestJS Backend + PostgreSQL + React Vite SPA + Capacitor Mobile Native.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01168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69480" y="19659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Bảo mật cấp doanh nghiệp: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69480" y="242316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Mã hóa SSL 256-bit, token xác thực an toàn, kiểm soát truy cập RBAC.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97764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425196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37360" y="42062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Tối ưu tốc độ cao: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37360" y="466344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CDN phân phối hình ảnh siêu tốc, bộ nhớ đệm cache giảm tải máy chủ.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251960"/>
            <a:ext cx="54864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69480" y="42062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Sao lưu dữ liệu định kỳ: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69480" y="466344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động backup dữ liệu hàng ngày đảm bảo an toàn tuyệt đối.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1520" y="6263640"/>
            <a:ext cx="1069848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Doanh Nhân CLB CEO 1983 · ViConnect Technology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 Trị Gia Tăng Cho Các Bên Liên Quan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đem lại lợi ích thiết thực, bền vững cho toàn bộ cộng đồng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1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 Doanh Nhân Hội Viên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8813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Nâng tầm hình ảnh chuyên nghiệp với Thẻ VIP &amp; Danh thiếp vCard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8813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rộng kênh bán hàng B2B nội bộ không tốn chi phí quảng cáo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8813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Được bảo vệ quyền lợi thương mại và tương trợ lúc khó khăn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8813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Trải nghiệm sự kiện đẳng cấp với vị trí ngồi VIP trân trọng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ECFDF5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 Ban Điều Hành &amp; HanoiBA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246888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Giảm 85% thời gian thủ tục hành chính và đối soát sổ sách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Nắm bắt dữ liệu hiệp hội theo thời gian thực để ra quyết định nhanh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dựng hình ảnh CLB CEO 1983 mẫu mực, hiện đại hàng đầu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 hút thêm nhiều doanh nhân ưu tú gia nhập câu lạc bộ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6263640"/>
            <a:ext cx="1069848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Doanh Nhân CLB CEO 1983 · ViConnect Technology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ĐỒNG HÀNH PHÁT TRIỂN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GẮN KẾT BẢN LĨNH · KIẾN TẠO TƯƠNG LAI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số CEO 1983 - Bệ phóng vững chắc cho sự thịnh vượng của cộng đồng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9601200" cy="640080"/>
          </a:xfrm>
          <a:prstGeom prst="rect">
            <a:avLst/>
          </a:prstGeom>
          <a:solidFill>
            <a:srgbClr val="132A56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6576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ViConnect cam kết liên tục nâng cấp tính năng và đồng hành dài hạn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4480560"/>
            <a:ext cx="9601200" cy="640080"/>
          </a:xfrm>
          <a:prstGeom prst="rect">
            <a:avLst/>
          </a:prstGeom>
          <a:solidFill>
            <a:srgbClr val="132A56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4805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Hotline Ban Thư Ký hỗ trợ: 0983 1983 83 / 0988 66 55 44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5303520"/>
            <a:ext cx="9601200" cy="640080"/>
          </a:xfrm>
          <a:prstGeom prst="rect">
            <a:avLst/>
          </a:prstGeom>
          <a:solidFill>
            <a:srgbClr val="132A56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5303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Truy cập Cổng CRM: https://crm.ceo1983.viconnect.vn | App: https://ceo1983.viconnect.vn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6263640"/>
            <a:ext cx="1069848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Doanh Nhân CLB CEO 1983 · ViConnect Technology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CLB Doanh Nhân CEO 1983 - HanoiBA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Tổng Thể Hệ Sinh Thái Số CEO 1983</dc:title>
  <dc:subject>PptxGenJS Presentation</dc:subject>
  <dc:creator>PptxGenJS</dc:creator>
  <cp:lastModifiedBy>PptxGenJS</cp:lastModifiedBy>
  <cp:revision>1</cp:revision>
  <dcterms:created xsi:type="dcterms:W3CDTF">2026-10-15T10:23:41Z</dcterms:created>
  <dcterms:modified xsi:type="dcterms:W3CDTF">2026-10-15T10:23:41Z</dcterms:modified>
</cp:coreProperties>
</file>