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DI ĐỘNG HỘI VIÊN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1983 MOBILE APP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Hiệp hội Doanh nhân bỏ túi · Thẻ VIP quyền năng · Kết nối giao thương B2B thực chiến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CLB Doanh Nhân CEO 1983 · Trực thuộc Hội Doanh Nhân Trẻ Hà Nội (HanoiBA)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Tiến Kết Nối Của Doanh Nhân 1983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dịch từ kết nối thụ động sang công cụ số chủ động và chuyên nghiệp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Thức Kết Nối Cũ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danh thiếp giấy dễ thất lạc, tốn kém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thăm cơ hội kinh doanh qua tin nhắn rời rạc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Đến sự kiện phải xếp hàng tìm tên trên giấy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nhớ lĩnh vực hoạt động của 500+ hội viên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ECFDF5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1983 Mobile 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VIP điện tử &amp; Mã QR lưu danh bạ vCard 1 chạm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B2B niêm yết sản phẩm ưu đãi đặc quyền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vé E-ticket QR check-in 0.1s kèm số ghế VIP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bạ chính danh 100% tích xanh, hẹn 1-on-1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Hội Viên VIP Mạ Vàng &amp; Danh Thiếp vCard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Tấm danh thiếp số quyền năng định danh đẳng cấp doanh nhân bản lĩnh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hoàng gia Warm Amber Gold: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Tông xanh Cobalt Navy kết hợp vàng ánh kim tinh tế.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Xoay lật 2 mặt mượt mà: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Mặt trước hiển thị họ tên, chức vụ; mặt sau là mã QR Code động độc bản.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Xuất danh bạ vCard 1 chạm: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tác quét mã là lưu thẳng tên, SĐT, email vào danh bạ không cần app.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năng lực 360°: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liên kết website, catalog và nhu cầu kết nối kinh doanh.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Giao Thương B2B Khớp Nối Cung - Cầu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Thúc đẩy mua bán nội bộ: Ưu tiên dùng sản phẩm của nhau không qua trung gian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 hàng doanh nghiệp: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CEO sở hữu không gian giới thiệu sản phẩm và giải pháp mũi nhọn.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 ưu đãi độc quyền: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kết mức chiết khấu B2B dành riêng cho cộng đồng CEO 1983.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lọc ngành nghề thông minh: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nhanh theo Xây dựng, Bất động sản, Tài chính, Công nghệ...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trang mượt mà: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Tải nhanh, hiển thị hình ảnh sản phẩm sắc nét tối ưu di động.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 Lưới Doanh Nhân Chính Danh &amp; Hẹn 1-on-1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đối tác tin cậy và đặt lịch cà phê giao thương trong 30 giây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bạ 500+ CEO xác thực: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viên chính thức với huy hiệu Verified tích xanh uy tín.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lịch hẹn 1-on-1 tự động: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khung giờ trống và gửi lời mời cà phê kết nối kinh doanh.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bộ lịch điện thoại: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hẹn tự động cập nhật vào Google Calendar / Apple Calendar.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chú đối tác: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thông tin nhu cầu và tiềm năng hợp tác sau buổi gặp gỡ.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Sự Kiện: Ví Vé E-Ticket &amp; Lucky Draw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không chạm, xem sơ đồ chỗ ngồi và nhận quà may mắn tại Gala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vé điện tử E-Ticket: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cuống vé sự kiện kèm mã QR soát vé cá nhân hóa.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số ghế &amp; phân khu: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trước vị trí bàn tiệc VIP được Ban Tổ Chức trân trọng bố trí.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quay thưởng Lucky Draw: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số may mắn (#8388) tự động kích hoạt khi bước qua cửa soát vé.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sự kiện số: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Tải nhanh kỷ yếu và tài liệu diễn đàn ngay trên ứng dụng.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Đàm Thoại Nội Bộ Mã Hóa &amp; Thông Báo Cuộc Gọi Nền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vệ bí mật kinh doanh, kết nối đàm thoại chất lượng cao không giật trễ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gọi thoại &amp; video HD: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Đàm thoại trực tiếp 1-1 với chất lượng âm thanh trong trẻo, bảo mật.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thông báo nền Native: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 chuông ngay trên màn hình khóa kể cả khi ứng dụng đang đóng.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Ngắt máy 0ms không độ trễ: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bên gác máy là cả hai đầu kết thúc tức thời, không chuông ảo.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bị làm phiền: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các hội viên chính danh trong hệ sinh thái mới có thể kết nối.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Lý Giọng Nói Doanh Nhân Thông Minh (Voice AI)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Tương tác thông minh bằng giọng nói tiếng Việt tự nhiên điều hướng tức thì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khiển giọng nói rảnh tay: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"Mở sự kiện sắp tới", "Xem hội phí của tôi", "Tìm đối tác xây dựng".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ngữ cảnh chuẩn xác: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Hiểu các thuật ngữ kinh doanh và thói quen xưng hô của doanh nhân.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mở màn hình: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hướng trang tức thời không cần người dùng phải bấm chọn.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Phản hồi giọng đọc lịch thiệp: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Âm sắc tự nhiên, tinh tế, đậm tinh thần văn hóa CEO 1983.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Mực Trải Nghiệm Người Dùng (Mobile UX)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hóa từng chi tiết nhỏ nhằm mang lại cảm giác thoải mái nhất khi dùng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1.5s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Khởi Động Ứng Dụng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app tức thì, không màn hình chờ lâu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0.1s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Phản Hồi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Thao tác chạm vuốt mượt mà 60 FPS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ID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 Sinh Trắc Học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vân tay &amp; nhận diện khuôn mặt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Diện Thương Hiệu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màu Deep Cobalt Navy &amp; Amber Gold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NGAY HÔM NAY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 NHẬP HỆ SINH THÁI DOANH NHÂN BẢN LĨNH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Tải ứng dụng trên App Store &amp; Google Play để trải nghiệm đặc quyền hội viên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9601200" cy="640080"/>
          </a:xfrm>
          <a:prstGeom prst="rect">
            <a:avLst/>
          </a:prstGeom>
          <a:solidFill>
            <a:srgbClr val="132A5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Quét mã QR để cài đặt ứng dụng CEO 1983 trên iOS và Android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9601200" cy="640080"/>
          </a:xfrm>
          <a:prstGeom prst="rect">
            <a:avLst/>
          </a:prstGeom>
          <a:solidFill>
            <a:srgbClr val="132A5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480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Đăng nhập bằng tài khoản chính danh do Ban Thư Ký hiệp hội cấp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5303520"/>
            <a:ext cx="9601200" cy="640080"/>
          </a:xfrm>
          <a:prstGeom prst="rect">
            <a:avLst/>
          </a:prstGeom>
          <a:solidFill>
            <a:srgbClr val="132A5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03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Kích hoạt Thẻ VIP điện tử và bắt đầu hành trình giao thương bứt phá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CLB Doanh Nhân CEO 1983 -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Di Động CLB CEO 1983</dc:title>
  <dc:subject>PptxGenJS Presentation</dc:subject>
  <dc:creator>PptxGenJS</dc:creator>
  <cp:lastModifiedBy>PptxGenJS</cp:lastModifiedBy>
  <cp:revision>1</cp:revision>
  <dcterms:created xsi:type="dcterms:W3CDTF">2026-10-15T10:23:41Z</dcterms:created>
  <dcterms:modified xsi:type="dcterms:W3CDTF">2026-10-15T10:23:41Z</dcterms:modified>
</cp:coreProperties>
</file>